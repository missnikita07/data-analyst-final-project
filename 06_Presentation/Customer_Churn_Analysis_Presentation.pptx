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AC308D-3E3B-4EDA-A9F5-0E101C99B74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2ACF9EC-286B-4CB1-9AD6-DD9684432A85}">
      <dgm:prSet/>
      <dgm:spPr/>
      <dgm:t>
        <a:bodyPr/>
        <a:lstStyle/>
        <a:p>
          <a:pPr>
            <a:defRPr cap="all"/>
          </a:pPr>
          <a:r>
            <a:rPr lang="en-US"/>
            <a:t>Customer Churn Analysis is an end-to-end data analytics project. </a:t>
          </a:r>
        </a:p>
      </dgm:t>
    </dgm:pt>
    <dgm:pt modelId="{95B171B0-9FB1-4695-B6A8-60B2E72A675A}" type="parTrans" cxnId="{7E7ABF6A-5379-4D40-9F7A-6DEE9C12586D}">
      <dgm:prSet/>
      <dgm:spPr/>
      <dgm:t>
        <a:bodyPr/>
        <a:lstStyle/>
        <a:p>
          <a:endParaRPr lang="en-US"/>
        </a:p>
      </dgm:t>
    </dgm:pt>
    <dgm:pt modelId="{653AE9BB-2424-4FE5-B8D2-C619E6AEA770}" type="sibTrans" cxnId="{7E7ABF6A-5379-4D40-9F7A-6DEE9C12586D}">
      <dgm:prSet/>
      <dgm:spPr/>
      <dgm:t>
        <a:bodyPr/>
        <a:lstStyle/>
        <a:p>
          <a:endParaRPr lang="en-US"/>
        </a:p>
      </dgm:t>
    </dgm:pt>
    <dgm:pt modelId="{93523B01-3A4C-4811-A5A7-FE2A1BE41519}">
      <dgm:prSet/>
      <dgm:spPr/>
      <dgm:t>
        <a:bodyPr/>
        <a:lstStyle/>
        <a:p>
          <a:pPr>
            <a:defRPr cap="all"/>
          </a:pPr>
          <a:r>
            <a:rPr lang="en-US"/>
            <a:t>The project focuses on understanding customer churn behavior. </a:t>
          </a:r>
        </a:p>
      </dgm:t>
    </dgm:pt>
    <dgm:pt modelId="{C56140F4-D159-448E-AE0F-7520E28C5863}" type="parTrans" cxnId="{3239DD67-D059-4D19-8652-1AC6CC70AC25}">
      <dgm:prSet/>
      <dgm:spPr/>
      <dgm:t>
        <a:bodyPr/>
        <a:lstStyle/>
        <a:p>
          <a:endParaRPr lang="en-US"/>
        </a:p>
      </dgm:t>
    </dgm:pt>
    <dgm:pt modelId="{77C24D0F-BB14-4473-8B24-88503D4F8634}" type="sibTrans" cxnId="{3239DD67-D059-4D19-8652-1AC6CC70AC25}">
      <dgm:prSet/>
      <dgm:spPr/>
      <dgm:t>
        <a:bodyPr/>
        <a:lstStyle/>
        <a:p>
          <a:endParaRPr lang="en-US"/>
        </a:p>
      </dgm:t>
    </dgm:pt>
    <dgm:pt modelId="{F8485F8B-DD7D-40AD-8D59-8795EBEDF50B}">
      <dgm:prSet/>
      <dgm:spPr/>
      <dgm:t>
        <a:bodyPr/>
        <a:lstStyle/>
        <a:p>
          <a:pPr>
            <a:defRPr cap="all"/>
          </a:pPr>
          <a:r>
            <a:rPr lang="en-US"/>
            <a:t>Data was analyzed using Excel, SQL, Python, and Power BI. </a:t>
          </a:r>
        </a:p>
      </dgm:t>
    </dgm:pt>
    <dgm:pt modelId="{B6DBAB1F-0094-4C66-B8AE-B2CD4C14FA9B}" type="parTrans" cxnId="{224166EA-AE28-4FE9-98C0-4C77C92ECF6F}">
      <dgm:prSet/>
      <dgm:spPr/>
      <dgm:t>
        <a:bodyPr/>
        <a:lstStyle/>
        <a:p>
          <a:endParaRPr lang="en-US"/>
        </a:p>
      </dgm:t>
    </dgm:pt>
    <dgm:pt modelId="{BAAE2F21-68B0-4378-BFDF-BFF70975F812}" type="sibTrans" cxnId="{224166EA-AE28-4FE9-98C0-4C77C92ECF6F}">
      <dgm:prSet/>
      <dgm:spPr/>
      <dgm:t>
        <a:bodyPr/>
        <a:lstStyle/>
        <a:p>
          <a:endParaRPr lang="en-US"/>
        </a:p>
      </dgm:t>
    </dgm:pt>
    <dgm:pt modelId="{9C629692-689E-4693-A27F-15FB5C3E0C37}">
      <dgm:prSet/>
      <dgm:spPr/>
      <dgm:t>
        <a:bodyPr/>
        <a:lstStyle/>
        <a:p>
          <a:pPr>
            <a:defRPr cap="all"/>
          </a:pPr>
          <a:r>
            <a:rPr lang="en-US"/>
            <a:t>The analysis identifies customer segments and churn-related patterns. </a:t>
          </a:r>
        </a:p>
      </dgm:t>
    </dgm:pt>
    <dgm:pt modelId="{A637E90D-BDE5-4D33-B7A0-C91AAD083D9C}" type="parTrans" cxnId="{6669CA15-3ECC-4147-903C-EFA39A42F0B9}">
      <dgm:prSet/>
      <dgm:spPr/>
      <dgm:t>
        <a:bodyPr/>
        <a:lstStyle/>
        <a:p>
          <a:endParaRPr lang="en-US"/>
        </a:p>
      </dgm:t>
    </dgm:pt>
    <dgm:pt modelId="{C5766EE3-1D8C-4AEE-A1F9-999520F0987D}" type="sibTrans" cxnId="{6669CA15-3ECC-4147-903C-EFA39A42F0B9}">
      <dgm:prSet/>
      <dgm:spPr/>
      <dgm:t>
        <a:bodyPr/>
        <a:lstStyle/>
        <a:p>
          <a:endParaRPr lang="en-US"/>
        </a:p>
      </dgm:t>
    </dgm:pt>
    <dgm:pt modelId="{21F166BF-37EC-421A-9BD5-BC8260ECDD2E}">
      <dgm:prSet/>
      <dgm:spPr/>
      <dgm:t>
        <a:bodyPr/>
        <a:lstStyle/>
        <a:p>
          <a:pPr>
            <a:defRPr cap="all"/>
          </a:pPr>
          <a:r>
            <a:rPr lang="en-US"/>
            <a:t>The findings are used to develop customer retention recommendations.</a:t>
          </a:r>
        </a:p>
      </dgm:t>
    </dgm:pt>
    <dgm:pt modelId="{843E0309-CA47-402D-A782-9926512FB5F1}" type="parTrans" cxnId="{20D9C81A-583A-4FA5-BCD7-A558BD738194}">
      <dgm:prSet/>
      <dgm:spPr/>
      <dgm:t>
        <a:bodyPr/>
        <a:lstStyle/>
        <a:p>
          <a:endParaRPr lang="en-US"/>
        </a:p>
      </dgm:t>
    </dgm:pt>
    <dgm:pt modelId="{0A58D238-EB21-4A85-8CC7-28E231798B64}" type="sibTrans" cxnId="{20D9C81A-583A-4FA5-BCD7-A558BD738194}">
      <dgm:prSet/>
      <dgm:spPr/>
      <dgm:t>
        <a:bodyPr/>
        <a:lstStyle/>
        <a:p>
          <a:endParaRPr lang="en-US"/>
        </a:p>
      </dgm:t>
    </dgm:pt>
    <dgm:pt modelId="{7998A5B3-3739-4714-9562-A339C799FBE4}" type="pres">
      <dgm:prSet presAssocID="{DBAC308D-3E3B-4EDA-A9F5-0E101C99B742}" presName="root" presStyleCnt="0">
        <dgm:presLayoutVars>
          <dgm:dir/>
          <dgm:resizeHandles val="exact"/>
        </dgm:presLayoutVars>
      </dgm:prSet>
      <dgm:spPr/>
    </dgm:pt>
    <dgm:pt modelId="{30EA0CB2-3D14-42EA-A4B7-BE2433E45FB4}" type="pres">
      <dgm:prSet presAssocID="{72ACF9EC-286B-4CB1-9AD6-DD9684432A85}" presName="compNode" presStyleCnt="0"/>
      <dgm:spPr/>
    </dgm:pt>
    <dgm:pt modelId="{6449F723-CA4D-48B0-AF2B-154373075E83}" type="pres">
      <dgm:prSet presAssocID="{72ACF9EC-286B-4CB1-9AD6-DD9684432A85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536C363-4BDE-465C-8512-F42B63B3F6AC}" type="pres">
      <dgm:prSet presAssocID="{72ACF9EC-286B-4CB1-9AD6-DD9684432A8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399CCA8-BE92-4E15-B722-1A55EA32CD8C}" type="pres">
      <dgm:prSet presAssocID="{72ACF9EC-286B-4CB1-9AD6-DD9684432A85}" presName="spaceRect" presStyleCnt="0"/>
      <dgm:spPr/>
    </dgm:pt>
    <dgm:pt modelId="{0A5BE809-2B54-4F7B-90CC-9005B0299CCC}" type="pres">
      <dgm:prSet presAssocID="{72ACF9EC-286B-4CB1-9AD6-DD9684432A85}" presName="textRect" presStyleLbl="revTx" presStyleIdx="0" presStyleCnt="5">
        <dgm:presLayoutVars>
          <dgm:chMax val="1"/>
          <dgm:chPref val="1"/>
        </dgm:presLayoutVars>
      </dgm:prSet>
      <dgm:spPr/>
    </dgm:pt>
    <dgm:pt modelId="{C2C43AD9-ECD3-4424-8C96-45DF08660066}" type="pres">
      <dgm:prSet presAssocID="{653AE9BB-2424-4FE5-B8D2-C619E6AEA770}" presName="sibTrans" presStyleCnt="0"/>
      <dgm:spPr/>
    </dgm:pt>
    <dgm:pt modelId="{04E64F39-0A3B-4AA3-BAD5-BF3DCCD8B369}" type="pres">
      <dgm:prSet presAssocID="{93523B01-3A4C-4811-A5A7-FE2A1BE41519}" presName="compNode" presStyleCnt="0"/>
      <dgm:spPr/>
    </dgm:pt>
    <dgm:pt modelId="{11E08FEC-83E6-4665-95D3-338F8EA03713}" type="pres">
      <dgm:prSet presAssocID="{93523B01-3A4C-4811-A5A7-FE2A1BE41519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B1CE7D6-577C-46C2-BB2F-857737E878A0}" type="pres">
      <dgm:prSet presAssocID="{93523B01-3A4C-4811-A5A7-FE2A1BE4151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10EBA15-5CA9-4547-B17D-96FE8FEBACBB}" type="pres">
      <dgm:prSet presAssocID="{93523B01-3A4C-4811-A5A7-FE2A1BE41519}" presName="spaceRect" presStyleCnt="0"/>
      <dgm:spPr/>
    </dgm:pt>
    <dgm:pt modelId="{851D2C8B-5A9D-4866-9F9C-EE79DD526464}" type="pres">
      <dgm:prSet presAssocID="{93523B01-3A4C-4811-A5A7-FE2A1BE41519}" presName="textRect" presStyleLbl="revTx" presStyleIdx="1" presStyleCnt="5">
        <dgm:presLayoutVars>
          <dgm:chMax val="1"/>
          <dgm:chPref val="1"/>
        </dgm:presLayoutVars>
      </dgm:prSet>
      <dgm:spPr/>
    </dgm:pt>
    <dgm:pt modelId="{51593247-E7E2-407C-8418-87C1BE15D2F1}" type="pres">
      <dgm:prSet presAssocID="{77C24D0F-BB14-4473-8B24-88503D4F8634}" presName="sibTrans" presStyleCnt="0"/>
      <dgm:spPr/>
    </dgm:pt>
    <dgm:pt modelId="{CC26D06F-6B7B-4E17-A9C4-40F409FF426B}" type="pres">
      <dgm:prSet presAssocID="{F8485F8B-DD7D-40AD-8D59-8795EBEDF50B}" presName="compNode" presStyleCnt="0"/>
      <dgm:spPr/>
    </dgm:pt>
    <dgm:pt modelId="{E5241266-A0B9-41F4-ADF1-B4FCF1866F0A}" type="pres">
      <dgm:prSet presAssocID="{F8485F8B-DD7D-40AD-8D59-8795EBEDF50B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6F026AD-6414-4FF6-A83E-A5B3A579B370}" type="pres">
      <dgm:prSet presAssocID="{F8485F8B-DD7D-40AD-8D59-8795EBEDF50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DAFE4EA-E829-4E1B-965B-7E68BAD43858}" type="pres">
      <dgm:prSet presAssocID="{F8485F8B-DD7D-40AD-8D59-8795EBEDF50B}" presName="spaceRect" presStyleCnt="0"/>
      <dgm:spPr/>
    </dgm:pt>
    <dgm:pt modelId="{A581904F-7662-449D-8D61-BAF35DC0727B}" type="pres">
      <dgm:prSet presAssocID="{F8485F8B-DD7D-40AD-8D59-8795EBEDF50B}" presName="textRect" presStyleLbl="revTx" presStyleIdx="2" presStyleCnt="5">
        <dgm:presLayoutVars>
          <dgm:chMax val="1"/>
          <dgm:chPref val="1"/>
        </dgm:presLayoutVars>
      </dgm:prSet>
      <dgm:spPr/>
    </dgm:pt>
    <dgm:pt modelId="{26BFC917-B8D9-4153-827E-6F0287FACB37}" type="pres">
      <dgm:prSet presAssocID="{BAAE2F21-68B0-4378-BFDF-BFF70975F812}" presName="sibTrans" presStyleCnt="0"/>
      <dgm:spPr/>
    </dgm:pt>
    <dgm:pt modelId="{51A97284-6022-4733-8522-E699A5AEAE91}" type="pres">
      <dgm:prSet presAssocID="{9C629692-689E-4693-A27F-15FB5C3E0C37}" presName="compNode" presStyleCnt="0"/>
      <dgm:spPr/>
    </dgm:pt>
    <dgm:pt modelId="{6534CBB0-D115-4520-AF6A-C5F165F7C822}" type="pres">
      <dgm:prSet presAssocID="{9C629692-689E-4693-A27F-15FB5C3E0C37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21EEA94-A876-457E-9843-6A397967361A}" type="pres">
      <dgm:prSet presAssocID="{9C629692-689E-4693-A27F-15FB5C3E0C3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25E096C-5930-4D00-BD26-FAB3BEC77630}" type="pres">
      <dgm:prSet presAssocID="{9C629692-689E-4693-A27F-15FB5C3E0C37}" presName="spaceRect" presStyleCnt="0"/>
      <dgm:spPr/>
    </dgm:pt>
    <dgm:pt modelId="{9B7D056A-B26B-4E9E-B80B-16E55F576C56}" type="pres">
      <dgm:prSet presAssocID="{9C629692-689E-4693-A27F-15FB5C3E0C37}" presName="textRect" presStyleLbl="revTx" presStyleIdx="3" presStyleCnt="5">
        <dgm:presLayoutVars>
          <dgm:chMax val="1"/>
          <dgm:chPref val="1"/>
        </dgm:presLayoutVars>
      </dgm:prSet>
      <dgm:spPr/>
    </dgm:pt>
    <dgm:pt modelId="{A4B0CC99-0A04-4B7A-A233-109287700EA8}" type="pres">
      <dgm:prSet presAssocID="{C5766EE3-1D8C-4AEE-A1F9-999520F0987D}" presName="sibTrans" presStyleCnt="0"/>
      <dgm:spPr/>
    </dgm:pt>
    <dgm:pt modelId="{7543DB8B-B209-4E57-8CC8-79C09064FB61}" type="pres">
      <dgm:prSet presAssocID="{21F166BF-37EC-421A-9BD5-BC8260ECDD2E}" presName="compNode" presStyleCnt="0"/>
      <dgm:spPr/>
    </dgm:pt>
    <dgm:pt modelId="{D16DA7FE-F1A0-4624-8AAA-6534D60FB49D}" type="pres">
      <dgm:prSet presAssocID="{21F166BF-37EC-421A-9BD5-BC8260ECDD2E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73704F8-0D57-4416-BD9E-EB1BDC628E7B}" type="pres">
      <dgm:prSet presAssocID="{21F166BF-37EC-421A-9BD5-BC8260ECDD2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EA548932-DEAA-49C8-BA51-D64A0BE5C353}" type="pres">
      <dgm:prSet presAssocID="{21F166BF-37EC-421A-9BD5-BC8260ECDD2E}" presName="spaceRect" presStyleCnt="0"/>
      <dgm:spPr/>
    </dgm:pt>
    <dgm:pt modelId="{33239F2F-5454-43D5-9F24-E24819B2E993}" type="pres">
      <dgm:prSet presAssocID="{21F166BF-37EC-421A-9BD5-BC8260ECDD2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669CA15-3ECC-4147-903C-EFA39A42F0B9}" srcId="{DBAC308D-3E3B-4EDA-A9F5-0E101C99B742}" destId="{9C629692-689E-4693-A27F-15FB5C3E0C37}" srcOrd="3" destOrd="0" parTransId="{A637E90D-BDE5-4D33-B7A0-C91AAD083D9C}" sibTransId="{C5766EE3-1D8C-4AEE-A1F9-999520F0987D}"/>
    <dgm:cxn modelId="{20D9C81A-583A-4FA5-BCD7-A558BD738194}" srcId="{DBAC308D-3E3B-4EDA-A9F5-0E101C99B742}" destId="{21F166BF-37EC-421A-9BD5-BC8260ECDD2E}" srcOrd="4" destOrd="0" parTransId="{843E0309-CA47-402D-A782-9926512FB5F1}" sibTransId="{0A58D238-EB21-4A85-8CC7-28E231798B64}"/>
    <dgm:cxn modelId="{F07B201E-3952-4764-8318-8F76DD03948D}" type="presOf" srcId="{9C629692-689E-4693-A27F-15FB5C3E0C37}" destId="{9B7D056A-B26B-4E9E-B80B-16E55F576C56}" srcOrd="0" destOrd="0" presId="urn:microsoft.com/office/officeart/2018/5/layout/IconLeafLabelList"/>
    <dgm:cxn modelId="{509B1B27-F587-4ED8-AFFC-9691129EEA9C}" type="presOf" srcId="{93523B01-3A4C-4811-A5A7-FE2A1BE41519}" destId="{851D2C8B-5A9D-4866-9F9C-EE79DD526464}" srcOrd="0" destOrd="0" presId="urn:microsoft.com/office/officeart/2018/5/layout/IconLeafLabelList"/>
    <dgm:cxn modelId="{FFAB042E-8F4E-4EEE-95B7-D707101D216F}" type="presOf" srcId="{DBAC308D-3E3B-4EDA-A9F5-0E101C99B742}" destId="{7998A5B3-3739-4714-9562-A339C799FBE4}" srcOrd="0" destOrd="0" presId="urn:microsoft.com/office/officeart/2018/5/layout/IconLeafLabelList"/>
    <dgm:cxn modelId="{3239DD67-D059-4D19-8652-1AC6CC70AC25}" srcId="{DBAC308D-3E3B-4EDA-A9F5-0E101C99B742}" destId="{93523B01-3A4C-4811-A5A7-FE2A1BE41519}" srcOrd="1" destOrd="0" parTransId="{C56140F4-D159-448E-AE0F-7520E28C5863}" sibTransId="{77C24D0F-BB14-4473-8B24-88503D4F8634}"/>
    <dgm:cxn modelId="{7E7ABF6A-5379-4D40-9F7A-6DEE9C12586D}" srcId="{DBAC308D-3E3B-4EDA-A9F5-0E101C99B742}" destId="{72ACF9EC-286B-4CB1-9AD6-DD9684432A85}" srcOrd="0" destOrd="0" parTransId="{95B171B0-9FB1-4695-B6A8-60B2E72A675A}" sibTransId="{653AE9BB-2424-4FE5-B8D2-C619E6AEA770}"/>
    <dgm:cxn modelId="{20C1AE54-867C-4CDF-8984-DFE95C754BD4}" type="presOf" srcId="{72ACF9EC-286B-4CB1-9AD6-DD9684432A85}" destId="{0A5BE809-2B54-4F7B-90CC-9005B0299CCC}" srcOrd="0" destOrd="0" presId="urn:microsoft.com/office/officeart/2018/5/layout/IconLeafLabelList"/>
    <dgm:cxn modelId="{54F48475-5A71-41E0-A662-42844274FE00}" type="presOf" srcId="{F8485F8B-DD7D-40AD-8D59-8795EBEDF50B}" destId="{A581904F-7662-449D-8D61-BAF35DC0727B}" srcOrd="0" destOrd="0" presId="urn:microsoft.com/office/officeart/2018/5/layout/IconLeafLabelList"/>
    <dgm:cxn modelId="{13A200D8-85AE-4F38-A900-4AA8DC68AE73}" type="presOf" srcId="{21F166BF-37EC-421A-9BD5-BC8260ECDD2E}" destId="{33239F2F-5454-43D5-9F24-E24819B2E993}" srcOrd="0" destOrd="0" presId="urn:microsoft.com/office/officeart/2018/5/layout/IconLeafLabelList"/>
    <dgm:cxn modelId="{224166EA-AE28-4FE9-98C0-4C77C92ECF6F}" srcId="{DBAC308D-3E3B-4EDA-A9F5-0E101C99B742}" destId="{F8485F8B-DD7D-40AD-8D59-8795EBEDF50B}" srcOrd="2" destOrd="0" parTransId="{B6DBAB1F-0094-4C66-B8AE-B2CD4C14FA9B}" sibTransId="{BAAE2F21-68B0-4378-BFDF-BFF70975F812}"/>
    <dgm:cxn modelId="{57F96B8C-5DEE-49E1-BB59-68305238AC5C}" type="presParOf" srcId="{7998A5B3-3739-4714-9562-A339C799FBE4}" destId="{30EA0CB2-3D14-42EA-A4B7-BE2433E45FB4}" srcOrd="0" destOrd="0" presId="urn:microsoft.com/office/officeart/2018/5/layout/IconLeafLabelList"/>
    <dgm:cxn modelId="{4F3BD969-ABF7-487E-BC0A-C09A36A47476}" type="presParOf" srcId="{30EA0CB2-3D14-42EA-A4B7-BE2433E45FB4}" destId="{6449F723-CA4D-48B0-AF2B-154373075E83}" srcOrd="0" destOrd="0" presId="urn:microsoft.com/office/officeart/2018/5/layout/IconLeafLabelList"/>
    <dgm:cxn modelId="{16DE77C3-0C7F-4686-94A0-7118A2961E74}" type="presParOf" srcId="{30EA0CB2-3D14-42EA-A4B7-BE2433E45FB4}" destId="{F536C363-4BDE-465C-8512-F42B63B3F6AC}" srcOrd="1" destOrd="0" presId="urn:microsoft.com/office/officeart/2018/5/layout/IconLeafLabelList"/>
    <dgm:cxn modelId="{39A1FDB9-A0B8-466D-BED0-6A69263322DA}" type="presParOf" srcId="{30EA0CB2-3D14-42EA-A4B7-BE2433E45FB4}" destId="{F399CCA8-BE92-4E15-B722-1A55EA32CD8C}" srcOrd="2" destOrd="0" presId="urn:microsoft.com/office/officeart/2018/5/layout/IconLeafLabelList"/>
    <dgm:cxn modelId="{F2D128AF-A4C0-429E-87C9-685203627EFC}" type="presParOf" srcId="{30EA0CB2-3D14-42EA-A4B7-BE2433E45FB4}" destId="{0A5BE809-2B54-4F7B-90CC-9005B0299CCC}" srcOrd="3" destOrd="0" presId="urn:microsoft.com/office/officeart/2018/5/layout/IconLeafLabelList"/>
    <dgm:cxn modelId="{BF2B2650-982D-49C5-9F28-7BDF439689FA}" type="presParOf" srcId="{7998A5B3-3739-4714-9562-A339C799FBE4}" destId="{C2C43AD9-ECD3-4424-8C96-45DF08660066}" srcOrd="1" destOrd="0" presId="urn:microsoft.com/office/officeart/2018/5/layout/IconLeafLabelList"/>
    <dgm:cxn modelId="{3A26846A-9151-42CD-8BAE-7AC29B8487D3}" type="presParOf" srcId="{7998A5B3-3739-4714-9562-A339C799FBE4}" destId="{04E64F39-0A3B-4AA3-BAD5-BF3DCCD8B369}" srcOrd="2" destOrd="0" presId="urn:microsoft.com/office/officeart/2018/5/layout/IconLeafLabelList"/>
    <dgm:cxn modelId="{2FFACAED-57DF-4F54-818B-D5A270C3A47E}" type="presParOf" srcId="{04E64F39-0A3B-4AA3-BAD5-BF3DCCD8B369}" destId="{11E08FEC-83E6-4665-95D3-338F8EA03713}" srcOrd="0" destOrd="0" presId="urn:microsoft.com/office/officeart/2018/5/layout/IconLeafLabelList"/>
    <dgm:cxn modelId="{AFFDA7B4-B637-446C-A316-1729FD95E57A}" type="presParOf" srcId="{04E64F39-0A3B-4AA3-BAD5-BF3DCCD8B369}" destId="{0B1CE7D6-577C-46C2-BB2F-857737E878A0}" srcOrd="1" destOrd="0" presId="urn:microsoft.com/office/officeart/2018/5/layout/IconLeafLabelList"/>
    <dgm:cxn modelId="{0CDFDE6D-810B-485C-93E5-454CAF7170F0}" type="presParOf" srcId="{04E64F39-0A3B-4AA3-BAD5-BF3DCCD8B369}" destId="{B10EBA15-5CA9-4547-B17D-96FE8FEBACBB}" srcOrd="2" destOrd="0" presId="urn:microsoft.com/office/officeart/2018/5/layout/IconLeafLabelList"/>
    <dgm:cxn modelId="{866845B3-F27A-4950-8901-FB38643099E6}" type="presParOf" srcId="{04E64F39-0A3B-4AA3-BAD5-BF3DCCD8B369}" destId="{851D2C8B-5A9D-4866-9F9C-EE79DD526464}" srcOrd="3" destOrd="0" presId="urn:microsoft.com/office/officeart/2018/5/layout/IconLeafLabelList"/>
    <dgm:cxn modelId="{81E56FA2-79B5-41BC-9C33-A1C0FE9E5996}" type="presParOf" srcId="{7998A5B3-3739-4714-9562-A339C799FBE4}" destId="{51593247-E7E2-407C-8418-87C1BE15D2F1}" srcOrd="3" destOrd="0" presId="urn:microsoft.com/office/officeart/2018/5/layout/IconLeafLabelList"/>
    <dgm:cxn modelId="{8E8B0F4D-45A3-4905-9E7A-B14989B3974C}" type="presParOf" srcId="{7998A5B3-3739-4714-9562-A339C799FBE4}" destId="{CC26D06F-6B7B-4E17-A9C4-40F409FF426B}" srcOrd="4" destOrd="0" presId="urn:microsoft.com/office/officeart/2018/5/layout/IconLeafLabelList"/>
    <dgm:cxn modelId="{0506B344-7CE8-4861-8061-19B6C2AAA128}" type="presParOf" srcId="{CC26D06F-6B7B-4E17-A9C4-40F409FF426B}" destId="{E5241266-A0B9-41F4-ADF1-B4FCF1866F0A}" srcOrd="0" destOrd="0" presId="urn:microsoft.com/office/officeart/2018/5/layout/IconLeafLabelList"/>
    <dgm:cxn modelId="{712F64D9-2049-4C15-A332-CC3D2D5AA6BD}" type="presParOf" srcId="{CC26D06F-6B7B-4E17-A9C4-40F409FF426B}" destId="{36F026AD-6414-4FF6-A83E-A5B3A579B370}" srcOrd="1" destOrd="0" presId="urn:microsoft.com/office/officeart/2018/5/layout/IconLeafLabelList"/>
    <dgm:cxn modelId="{CF08531C-32D2-475F-B864-D87F49AAA725}" type="presParOf" srcId="{CC26D06F-6B7B-4E17-A9C4-40F409FF426B}" destId="{9DAFE4EA-E829-4E1B-965B-7E68BAD43858}" srcOrd="2" destOrd="0" presId="urn:microsoft.com/office/officeart/2018/5/layout/IconLeafLabelList"/>
    <dgm:cxn modelId="{F467B629-895B-45A9-8D79-FCC798B79C36}" type="presParOf" srcId="{CC26D06F-6B7B-4E17-A9C4-40F409FF426B}" destId="{A581904F-7662-449D-8D61-BAF35DC0727B}" srcOrd="3" destOrd="0" presId="urn:microsoft.com/office/officeart/2018/5/layout/IconLeafLabelList"/>
    <dgm:cxn modelId="{3987196B-4F9F-456A-A113-014F073D26BA}" type="presParOf" srcId="{7998A5B3-3739-4714-9562-A339C799FBE4}" destId="{26BFC917-B8D9-4153-827E-6F0287FACB37}" srcOrd="5" destOrd="0" presId="urn:microsoft.com/office/officeart/2018/5/layout/IconLeafLabelList"/>
    <dgm:cxn modelId="{8E3993D5-6156-4B2E-8EE5-57C55BB02229}" type="presParOf" srcId="{7998A5B3-3739-4714-9562-A339C799FBE4}" destId="{51A97284-6022-4733-8522-E699A5AEAE91}" srcOrd="6" destOrd="0" presId="urn:microsoft.com/office/officeart/2018/5/layout/IconLeafLabelList"/>
    <dgm:cxn modelId="{39B344D0-51D0-4476-B738-B455FD164D17}" type="presParOf" srcId="{51A97284-6022-4733-8522-E699A5AEAE91}" destId="{6534CBB0-D115-4520-AF6A-C5F165F7C822}" srcOrd="0" destOrd="0" presId="urn:microsoft.com/office/officeart/2018/5/layout/IconLeafLabelList"/>
    <dgm:cxn modelId="{5AA74382-90CD-439F-B37B-8B9B241F9392}" type="presParOf" srcId="{51A97284-6022-4733-8522-E699A5AEAE91}" destId="{821EEA94-A876-457E-9843-6A397967361A}" srcOrd="1" destOrd="0" presId="urn:microsoft.com/office/officeart/2018/5/layout/IconLeafLabelList"/>
    <dgm:cxn modelId="{936027F0-FAD0-4583-B8A6-4037374CDA1B}" type="presParOf" srcId="{51A97284-6022-4733-8522-E699A5AEAE91}" destId="{C25E096C-5930-4D00-BD26-FAB3BEC77630}" srcOrd="2" destOrd="0" presId="urn:microsoft.com/office/officeart/2018/5/layout/IconLeafLabelList"/>
    <dgm:cxn modelId="{5E871B46-97DF-4D16-A5ED-3E65AE774CDE}" type="presParOf" srcId="{51A97284-6022-4733-8522-E699A5AEAE91}" destId="{9B7D056A-B26B-4E9E-B80B-16E55F576C56}" srcOrd="3" destOrd="0" presId="urn:microsoft.com/office/officeart/2018/5/layout/IconLeafLabelList"/>
    <dgm:cxn modelId="{47336C29-6AB1-415B-8B3F-E069E2D73512}" type="presParOf" srcId="{7998A5B3-3739-4714-9562-A339C799FBE4}" destId="{A4B0CC99-0A04-4B7A-A233-109287700EA8}" srcOrd="7" destOrd="0" presId="urn:microsoft.com/office/officeart/2018/5/layout/IconLeafLabelList"/>
    <dgm:cxn modelId="{13B28AEE-9992-4C27-B02F-24BD689CB1AC}" type="presParOf" srcId="{7998A5B3-3739-4714-9562-A339C799FBE4}" destId="{7543DB8B-B209-4E57-8CC8-79C09064FB61}" srcOrd="8" destOrd="0" presId="urn:microsoft.com/office/officeart/2018/5/layout/IconLeafLabelList"/>
    <dgm:cxn modelId="{6EF889B1-2D68-402B-843E-0B4C494EC6E2}" type="presParOf" srcId="{7543DB8B-B209-4E57-8CC8-79C09064FB61}" destId="{D16DA7FE-F1A0-4624-8AAA-6534D60FB49D}" srcOrd="0" destOrd="0" presId="urn:microsoft.com/office/officeart/2018/5/layout/IconLeafLabelList"/>
    <dgm:cxn modelId="{F51D027D-8FB9-44C2-BA43-76B6FC197B02}" type="presParOf" srcId="{7543DB8B-B209-4E57-8CC8-79C09064FB61}" destId="{673704F8-0D57-4416-BD9E-EB1BDC628E7B}" srcOrd="1" destOrd="0" presId="urn:microsoft.com/office/officeart/2018/5/layout/IconLeafLabelList"/>
    <dgm:cxn modelId="{1EFB4F2B-D795-4E97-80E7-DFFD632A4978}" type="presParOf" srcId="{7543DB8B-B209-4E57-8CC8-79C09064FB61}" destId="{EA548932-DEAA-49C8-BA51-D64A0BE5C353}" srcOrd="2" destOrd="0" presId="urn:microsoft.com/office/officeart/2018/5/layout/IconLeafLabelList"/>
    <dgm:cxn modelId="{ABDA5886-5DD6-48B8-B764-096646DFCA61}" type="presParOf" srcId="{7543DB8B-B209-4E57-8CC8-79C09064FB61}" destId="{33239F2F-5454-43D5-9F24-E24819B2E99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B1DE07-73C8-44A0-8E87-24BE3C4689A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340D07A-4F87-4D25-91BD-71497EC5F718}">
      <dgm:prSet/>
      <dgm:spPr/>
      <dgm:t>
        <a:bodyPr/>
        <a:lstStyle/>
        <a:p>
          <a:r>
            <a:rPr lang="en-US" b="1"/>
            <a:t>Dataset Description</a:t>
          </a:r>
          <a:endParaRPr lang="en-US"/>
        </a:p>
      </dgm:t>
    </dgm:pt>
    <dgm:pt modelId="{568B2063-5089-4B8F-B37D-8FB20AB95206}" type="parTrans" cxnId="{472CEB5E-3236-42DB-9829-6E6E14B9B499}">
      <dgm:prSet/>
      <dgm:spPr/>
      <dgm:t>
        <a:bodyPr/>
        <a:lstStyle/>
        <a:p>
          <a:endParaRPr lang="en-US"/>
        </a:p>
      </dgm:t>
    </dgm:pt>
    <dgm:pt modelId="{2F88F588-7BAD-4BF6-BF11-C3D06F8896FA}" type="sibTrans" cxnId="{472CEB5E-3236-42DB-9829-6E6E14B9B499}">
      <dgm:prSet/>
      <dgm:spPr/>
      <dgm:t>
        <a:bodyPr/>
        <a:lstStyle/>
        <a:p>
          <a:endParaRPr lang="en-US"/>
        </a:p>
      </dgm:t>
    </dgm:pt>
    <dgm:pt modelId="{5E5EDBC0-989B-4427-8E91-A89CEDB7344B}">
      <dgm:prSet/>
      <dgm:spPr/>
      <dgm:t>
        <a:bodyPr/>
        <a:lstStyle/>
        <a:p>
          <a:r>
            <a:rPr lang="en-US" b="1"/>
            <a:t>Total Customers:</a:t>
          </a:r>
          <a:r>
            <a:rPr lang="en-US"/>
            <a:t> 1,000</a:t>
          </a:r>
          <a:br>
            <a:rPr lang="en-US"/>
          </a:br>
          <a:r>
            <a:rPr lang="en-US" b="1"/>
            <a:t>Churned Customers:</a:t>
          </a:r>
          <a:r>
            <a:rPr lang="en-US"/>
            <a:t> 17</a:t>
          </a:r>
          <a:br>
            <a:rPr lang="en-US"/>
          </a:br>
          <a:r>
            <a:rPr lang="en-US" b="1"/>
            <a:t>Active Customers:</a:t>
          </a:r>
          <a:r>
            <a:rPr lang="en-US"/>
            <a:t> 983</a:t>
          </a:r>
          <a:br>
            <a:rPr lang="en-US"/>
          </a:br>
          <a:r>
            <a:rPr lang="en-US" b="1"/>
            <a:t>Overall Churn Rate:</a:t>
          </a:r>
          <a:r>
            <a:rPr lang="en-US"/>
            <a:t> 1.70%</a:t>
          </a:r>
        </a:p>
      </dgm:t>
    </dgm:pt>
    <dgm:pt modelId="{811CAA61-2708-4368-A3B0-6F9D53FDA5B1}" type="parTrans" cxnId="{0CA1D280-C8ED-4B46-BD8C-0AB118C72BFA}">
      <dgm:prSet/>
      <dgm:spPr/>
      <dgm:t>
        <a:bodyPr/>
        <a:lstStyle/>
        <a:p>
          <a:endParaRPr lang="en-US"/>
        </a:p>
      </dgm:t>
    </dgm:pt>
    <dgm:pt modelId="{A8C1CEE9-EC96-4EF1-AEE5-E0388EF57B53}" type="sibTrans" cxnId="{0CA1D280-C8ED-4B46-BD8C-0AB118C72BFA}">
      <dgm:prSet/>
      <dgm:spPr/>
      <dgm:t>
        <a:bodyPr/>
        <a:lstStyle/>
        <a:p>
          <a:endParaRPr lang="en-US"/>
        </a:p>
      </dgm:t>
    </dgm:pt>
    <dgm:pt modelId="{D6F3B3C6-AB98-4CB5-9449-80E3228548F4}">
      <dgm:prSet/>
      <dgm:spPr/>
      <dgm:t>
        <a:bodyPr/>
        <a:lstStyle/>
        <a:p>
          <a:r>
            <a:rPr lang="en-US" b="1"/>
            <a:t>Key Features</a:t>
          </a:r>
          <a:endParaRPr lang="en-US"/>
        </a:p>
      </dgm:t>
    </dgm:pt>
    <dgm:pt modelId="{5DD267EC-A4C8-45DD-AE9A-0A428B71E80A}" type="parTrans" cxnId="{E09E707C-6989-46A4-AE87-4E5E50E3B094}">
      <dgm:prSet/>
      <dgm:spPr/>
      <dgm:t>
        <a:bodyPr/>
        <a:lstStyle/>
        <a:p>
          <a:endParaRPr lang="en-US"/>
        </a:p>
      </dgm:t>
    </dgm:pt>
    <dgm:pt modelId="{80407C5E-C30D-4A8C-A356-AAFEBA5E0486}" type="sibTrans" cxnId="{E09E707C-6989-46A4-AE87-4E5E50E3B094}">
      <dgm:prSet/>
      <dgm:spPr/>
      <dgm:t>
        <a:bodyPr/>
        <a:lstStyle/>
        <a:p>
          <a:endParaRPr lang="en-US"/>
        </a:p>
      </dgm:t>
    </dgm:pt>
    <dgm:pt modelId="{CD79B7EE-44FC-405B-810A-EC224130BB67}">
      <dgm:prSet/>
      <dgm:spPr/>
      <dgm:t>
        <a:bodyPr/>
        <a:lstStyle/>
        <a:p>
          <a:r>
            <a:rPr lang="en-US"/>
            <a:t>CustomerID </a:t>
          </a:r>
        </a:p>
      </dgm:t>
    </dgm:pt>
    <dgm:pt modelId="{AA992D4B-7273-4540-97EE-B14B6ECE254C}" type="parTrans" cxnId="{3E9AAF91-951B-4AE2-A172-9FE271F7B442}">
      <dgm:prSet/>
      <dgm:spPr/>
      <dgm:t>
        <a:bodyPr/>
        <a:lstStyle/>
        <a:p>
          <a:endParaRPr lang="en-US"/>
        </a:p>
      </dgm:t>
    </dgm:pt>
    <dgm:pt modelId="{5D43A1B2-21A3-4FA2-BC08-5160E0C15765}" type="sibTrans" cxnId="{3E9AAF91-951B-4AE2-A172-9FE271F7B442}">
      <dgm:prSet/>
      <dgm:spPr/>
      <dgm:t>
        <a:bodyPr/>
        <a:lstStyle/>
        <a:p>
          <a:endParaRPr lang="en-US"/>
        </a:p>
      </dgm:t>
    </dgm:pt>
    <dgm:pt modelId="{16444A1D-8722-4747-8736-4E388775C065}">
      <dgm:prSet/>
      <dgm:spPr/>
      <dgm:t>
        <a:bodyPr/>
        <a:lstStyle/>
        <a:p>
          <a:r>
            <a:rPr lang="en-US"/>
            <a:t>Age </a:t>
          </a:r>
        </a:p>
      </dgm:t>
    </dgm:pt>
    <dgm:pt modelId="{BB6A6619-43FE-4990-8435-94F41D81BCCA}" type="parTrans" cxnId="{59DAFEB7-AB0A-48F8-8D69-9A8E2131FC8F}">
      <dgm:prSet/>
      <dgm:spPr/>
      <dgm:t>
        <a:bodyPr/>
        <a:lstStyle/>
        <a:p>
          <a:endParaRPr lang="en-US"/>
        </a:p>
      </dgm:t>
    </dgm:pt>
    <dgm:pt modelId="{2F8278C6-C8BC-41CC-BCAE-1DA2F01B403D}" type="sibTrans" cxnId="{59DAFEB7-AB0A-48F8-8D69-9A8E2131FC8F}">
      <dgm:prSet/>
      <dgm:spPr/>
      <dgm:t>
        <a:bodyPr/>
        <a:lstStyle/>
        <a:p>
          <a:endParaRPr lang="en-US"/>
        </a:p>
      </dgm:t>
    </dgm:pt>
    <dgm:pt modelId="{98AA1417-7695-4AD0-B3A0-E0D9D6B652BF}">
      <dgm:prSet/>
      <dgm:spPr/>
      <dgm:t>
        <a:bodyPr/>
        <a:lstStyle/>
        <a:p>
          <a:r>
            <a:rPr lang="en-US"/>
            <a:t>Gender </a:t>
          </a:r>
        </a:p>
      </dgm:t>
    </dgm:pt>
    <dgm:pt modelId="{52F56D3A-20E4-4670-8621-CFF4451AF9E8}" type="parTrans" cxnId="{FE1FC04A-2DFF-4313-97E4-A41E793CFA8A}">
      <dgm:prSet/>
      <dgm:spPr/>
      <dgm:t>
        <a:bodyPr/>
        <a:lstStyle/>
        <a:p>
          <a:endParaRPr lang="en-US"/>
        </a:p>
      </dgm:t>
    </dgm:pt>
    <dgm:pt modelId="{021D39E3-31E8-4240-967B-307518E507E2}" type="sibTrans" cxnId="{FE1FC04A-2DFF-4313-97E4-A41E793CFA8A}">
      <dgm:prSet/>
      <dgm:spPr/>
      <dgm:t>
        <a:bodyPr/>
        <a:lstStyle/>
        <a:p>
          <a:endParaRPr lang="en-US"/>
        </a:p>
      </dgm:t>
    </dgm:pt>
    <dgm:pt modelId="{C324807F-B868-4336-813E-F0E773C0BBC9}">
      <dgm:prSet/>
      <dgm:spPr/>
      <dgm:t>
        <a:bodyPr/>
        <a:lstStyle/>
        <a:p>
          <a:r>
            <a:rPr lang="en-US"/>
            <a:t>Tenure </a:t>
          </a:r>
        </a:p>
      </dgm:t>
    </dgm:pt>
    <dgm:pt modelId="{9E9EF438-4D3D-4390-A18A-5337DC23B012}" type="parTrans" cxnId="{7EE05852-4A68-47A9-B0F8-F5908E36B2BB}">
      <dgm:prSet/>
      <dgm:spPr/>
      <dgm:t>
        <a:bodyPr/>
        <a:lstStyle/>
        <a:p>
          <a:endParaRPr lang="en-US"/>
        </a:p>
      </dgm:t>
    </dgm:pt>
    <dgm:pt modelId="{B76B3F03-B034-411C-BA2E-6B35C2CB3734}" type="sibTrans" cxnId="{7EE05852-4A68-47A9-B0F8-F5908E36B2BB}">
      <dgm:prSet/>
      <dgm:spPr/>
      <dgm:t>
        <a:bodyPr/>
        <a:lstStyle/>
        <a:p>
          <a:endParaRPr lang="en-US"/>
        </a:p>
      </dgm:t>
    </dgm:pt>
    <dgm:pt modelId="{58DDD6EF-AB9D-408E-B81C-3905AD7D1127}">
      <dgm:prSet/>
      <dgm:spPr/>
      <dgm:t>
        <a:bodyPr/>
        <a:lstStyle/>
        <a:p>
          <a:r>
            <a:rPr lang="en-US"/>
            <a:t>Balance </a:t>
          </a:r>
        </a:p>
      </dgm:t>
    </dgm:pt>
    <dgm:pt modelId="{AAB717F7-440E-4F79-AE6A-064242E41D0D}" type="parTrans" cxnId="{6ECCF884-DC2A-49E0-86D4-8500DF05E635}">
      <dgm:prSet/>
      <dgm:spPr/>
      <dgm:t>
        <a:bodyPr/>
        <a:lstStyle/>
        <a:p>
          <a:endParaRPr lang="en-US"/>
        </a:p>
      </dgm:t>
    </dgm:pt>
    <dgm:pt modelId="{65E12B3A-E706-4D8D-9D57-24146CC45163}" type="sibTrans" cxnId="{6ECCF884-DC2A-49E0-86D4-8500DF05E635}">
      <dgm:prSet/>
      <dgm:spPr/>
      <dgm:t>
        <a:bodyPr/>
        <a:lstStyle/>
        <a:p>
          <a:endParaRPr lang="en-US"/>
        </a:p>
      </dgm:t>
    </dgm:pt>
    <dgm:pt modelId="{90CD37AF-CCF2-49FE-81E7-DE7459EB33BB}">
      <dgm:prSet/>
      <dgm:spPr/>
      <dgm:t>
        <a:bodyPr/>
        <a:lstStyle/>
        <a:p>
          <a:r>
            <a:rPr lang="en-US"/>
            <a:t>Number of Products </a:t>
          </a:r>
        </a:p>
      </dgm:t>
    </dgm:pt>
    <dgm:pt modelId="{6E4895F9-F74A-4467-A940-CF5A1C323638}" type="parTrans" cxnId="{E2717B4E-08A8-4D33-A873-37FA32969823}">
      <dgm:prSet/>
      <dgm:spPr/>
      <dgm:t>
        <a:bodyPr/>
        <a:lstStyle/>
        <a:p>
          <a:endParaRPr lang="en-US"/>
        </a:p>
      </dgm:t>
    </dgm:pt>
    <dgm:pt modelId="{749FDEF3-7238-43FA-A080-1DE66286E845}" type="sibTrans" cxnId="{E2717B4E-08A8-4D33-A873-37FA32969823}">
      <dgm:prSet/>
      <dgm:spPr/>
      <dgm:t>
        <a:bodyPr/>
        <a:lstStyle/>
        <a:p>
          <a:endParaRPr lang="en-US"/>
        </a:p>
      </dgm:t>
    </dgm:pt>
    <dgm:pt modelId="{AD361DA3-95BD-4EAA-B7E1-D8DC6FC894E9}">
      <dgm:prSet/>
      <dgm:spPr/>
      <dgm:t>
        <a:bodyPr/>
        <a:lstStyle/>
        <a:p>
          <a:r>
            <a:rPr lang="en-US"/>
            <a:t>Credit Card Ownership </a:t>
          </a:r>
        </a:p>
      </dgm:t>
    </dgm:pt>
    <dgm:pt modelId="{761FD947-65C4-4A73-AB00-66CEAC0C55A7}" type="parTrans" cxnId="{55ACB78D-85C5-4304-8401-EBCC2602CC7B}">
      <dgm:prSet/>
      <dgm:spPr/>
      <dgm:t>
        <a:bodyPr/>
        <a:lstStyle/>
        <a:p>
          <a:endParaRPr lang="en-US"/>
        </a:p>
      </dgm:t>
    </dgm:pt>
    <dgm:pt modelId="{E82CF36E-01EA-4717-AAF2-2CFC01AEE468}" type="sibTrans" cxnId="{55ACB78D-85C5-4304-8401-EBCC2602CC7B}">
      <dgm:prSet/>
      <dgm:spPr/>
      <dgm:t>
        <a:bodyPr/>
        <a:lstStyle/>
        <a:p>
          <a:endParaRPr lang="en-US"/>
        </a:p>
      </dgm:t>
    </dgm:pt>
    <dgm:pt modelId="{36C73E22-5E9F-426B-BBB2-445C9823E30C}">
      <dgm:prSet/>
      <dgm:spPr/>
      <dgm:t>
        <a:bodyPr/>
        <a:lstStyle/>
        <a:p>
          <a:r>
            <a:rPr lang="en-US"/>
            <a:t>Active Membership </a:t>
          </a:r>
        </a:p>
      </dgm:t>
    </dgm:pt>
    <dgm:pt modelId="{179C61EF-D4D2-40FC-AE3D-8AC00846F924}" type="parTrans" cxnId="{FE4B2A9C-FEBF-4255-98A5-FB072F8CF168}">
      <dgm:prSet/>
      <dgm:spPr/>
      <dgm:t>
        <a:bodyPr/>
        <a:lstStyle/>
        <a:p>
          <a:endParaRPr lang="en-US"/>
        </a:p>
      </dgm:t>
    </dgm:pt>
    <dgm:pt modelId="{96EA6F39-5A69-4A8B-BB1F-FA5A39053CDC}" type="sibTrans" cxnId="{FE4B2A9C-FEBF-4255-98A5-FB072F8CF168}">
      <dgm:prSet/>
      <dgm:spPr/>
      <dgm:t>
        <a:bodyPr/>
        <a:lstStyle/>
        <a:p>
          <a:endParaRPr lang="en-US"/>
        </a:p>
      </dgm:t>
    </dgm:pt>
    <dgm:pt modelId="{FCCD0BB9-7583-4F80-8A34-15DE7FD8B055}">
      <dgm:prSet/>
      <dgm:spPr/>
      <dgm:t>
        <a:bodyPr/>
        <a:lstStyle/>
        <a:p>
          <a:r>
            <a:rPr lang="en-US"/>
            <a:t>Estimated Salary </a:t>
          </a:r>
        </a:p>
      </dgm:t>
    </dgm:pt>
    <dgm:pt modelId="{A24E51F7-7310-4CA3-ACCF-379E5EF5EE04}" type="parTrans" cxnId="{BBDC57BF-C9C8-4C01-8E26-7560419917FC}">
      <dgm:prSet/>
      <dgm:spPr/>
      <dgm:t>
        <a:bodyPr/>
        <a:lstStyle/>
        <a:p>
          <a:endParaRPr lang="en-US"/>
        </a:p>
      </dgm:t>
    </dgm:pt>
    <dgm:pt modelId="{B63F973C-BBE6-4CD1-9AAE-DAA70FF41696}" type="sibTrans" cxnId="{BBDC57BF-C9C8-4C01-8E26-7560419917FC}">
      <dgm:prSet/>
      <dgm:spPr/>
      <dgm:t>
        <a:bodyPr/>
        <a:lstStyle/>
        <a:p>
          <a:endParaRPr lang="en-US"/>
        </a:p>
      </dgm:t>
    </dgm:pt>
    <dgm:pt modelId="{F630924E-F4E3-4B01-82CD-1D6F16689E79}">
      <dgm:prSet/>
      <dgm:spPr/>
      <dgm:t>
        <a:bodyPr/>
        <a:lstStyle/>
        <a:p>
          <a:r>
            <a:rPr lang="en-US"/>
            <a:t>Churn</a:t>
          </a:r>
        </a:p>
      </dgm:t>
    </dgm:pt>
    <dgm:pt modelId="{95F4D885-6AE0-4EE0-9906-6587C939C719}" type="parTrans" cxnId="{C58CC5B6-D80C-400F-A209-2A6D371C4CDA}">
      <dgm:prSet/>
      <dgm:spPr/>
      <dgm:t>
        <a:bodyPr/>
        <a:lstStyle/>
        <a:p>
          <a:endParaRPr lang="en-US"/>
        </a:p>
      </dgm:t>
    </dgm:pt>
    <dgm:pt modelId="{F2565C8F-19FC-4396-BBA4-C90297130B6E}" type="sibTrans" cxnId="{C58CC5B6-D80C-400F-A209-2A6D371C4CDA}">
      <dgm:prSet/>
      <dgm:spPr/>
      <dgm:t>
        <a:bodyPr/>
        <a:lstStyle/>
        <a:p>
          <a:endParaRPr lang="en-US"/>
        </a:p>
      </dgm:t>
    </dgm:pt>
    <dgm:pt modelId="{4074CF2C-D514-4559-B064-D7B6CDD8E77C}" type="pres">
      <dgm:prSet presAssocID="{D4B1DE07-73C8-44A0-8E87-24BE3C4689A6}" presName="diagram" presStyleCnt="0">
        <dgm:presLayoutVars>
          <dgm:dir/>
          <dgm:resizeHandles val="exact"/>
        </dgm:presLayoutVars>
      </dgm:prSet>
      <dgm:spPr/>
    </dgm:pt>
    <dgm:pt modelId="{D016F902-5B05-4D12-BDB1-10ECB2A744E4}" type="pres">
      <dgm:prSet presAssocID="{7340D07A-4F87-4D25-91BD-71497EC5F718}" presName="node" presStyleLbl="node1" presStyleIdx="0" presStyleCnt="13">
        <dgm:presLayoutVars>
          <dgm:bulletEnabled val="1"/>
        </dgm:presLayoutVars>
      </dgm:prSet>
      <dgm:spPr/>
    </dgm:pt>
    <dgm:pt modelId="{3D50A4DF-D52A-425D-8B2F-09C0B7FB840E}" type="pres">
      <dgm:prSet presAssocID="{2F88F588-7BAD-4BF6-BF11-C3D06F8896FA}" presName="sibTrans" presStyleCnt="0"/>
      <dgm:spPr/>
    </dgm:pt>
    <dgm:pt modelId="{9D503DF7-86AC-4BBB-B31D-0574C1A86D65}" type="pres">
      <dgm:prSet presAssocID="{5E5EDBC0-989B-4427-8E91-A89CEDB7344B}" presName="node" presStyleLbl="node1" presStyleIdx="1" presStyleCnt="13">
        <dgm:presLayoutVars>
          <dgm:bulletEnabled val="1"/>
        </dgm:presLayoutVars>
      </dgm:prSet>
      <dgm:spPr/>
    </dgm:pt>
    <dgm:pt modelId="{269BF129-49FF-4B33-918C-B321EAEB77CD}" type="pres">
      <dgm:prSet presAssocID="{A8C1CEE9-EC96-4EF1-AEE5-E0388EF57B53}" presName="sibTrans" presStyleCnt="0"/>
      <dgm:spPr/>
    </dgm:pt>
    <dgm:pt modelId="{1E72404A-7BA5-4440-B68F-F3C8EB4628EF}" type="pres">
      <dgm:prSet presAssocID="{D6F3B3C6-AB98-4CB5-9449-80E3228548F4}" presName="node" presStyleLbl="node1" presStyleIdx="2" presStyleCnt="13">
        <dgm:presLayoutVars>
          <dgm:bulletEnabled val="1"/>
        </dgm:presLayoutVars>
      </dgm:prSet>
      <dgm:spPr/>
    </dgm:pt>
    <dgm:pt modelId="{3202008C-E4E6-4368-8327-094A4769B63E}" type="pres">
      <dgm:prSet presAssocID="{80407C5E-C30D-4A8C-A356-AAFEBA5E0486}" presName="sibTrans" presStyleCnt="0"/>
      <dgm:spPr/>
    </dgm:pt>
    <dgm:pt modelId="{1F6DDF7F-6EFB-464E-8A25-823136A6F3C5}" type="pres">
      <dgm:prSet presAssocID="{CD79B7EE-44FC-405B-810A-EC224130BB67}" presName="node" presStyleLbl="node1" presStyleIdx="3" presStyleCnt="13">
        <dgm:presLayoutVars>
          <dgm:bulletEnabled val="1"/>
        </dgm:presLayoutVars>
      </dgm:prSet>
      <dgm:spPr/>
    </dgm:pt>
    <dgm:pt modelId="{9F51D608-6D4C-4E6F-8ACD-93C3AA9D9C96}" type="pres">
      <dgm:prSet presAssocID="{5D43A1B2-21A3-4FA2-BC08-5160E0C15765}" presName="sibTrans" presStyleCnt="0"/>
      <dgm:spPr/>
    </dgm:pt>
    <dgm:pt modelId="{AE7C58D9-65C0-4541-8204-F45BCCE51979}" type="pres">
      <dgm:prSet presAssocID="{16444A1D-8722-4747-8736-4E388775C065}" presName="node" presStyleLbl="node1" presStyleIdx="4" presStyleCnt="13">
        <dgm:presLayoutVars>
          <dgm:bulletEnabled val="1"/>
        </dgm:presLayoutVars>
      </dgm:prSet>
      <dgm:spPr/>
    </dgm:pt>
    <dgm:pt modelId="{D200D8F0-B4BE-4427-AC06-7A2D01BEF91B}" type="pres">
      <dgm:prSet presAssocID="{2F8278C6-C8BC-41CC-BCAE-1DA2F01B403D}" presName="sibTrans" presStyleCnt="0"/>
      <dgm:spPr/>
    </dgm:pt>
    <dgm:pt modelId="{D792AD62-B93B-461B-BA6B-C53835874386}" type="pres">
      <dgm:prSet presAssocID="{98AA1417-7695-4AD0-B3A0-E0D9D6B652BF}" presName="node" presStyleLbl="node1" presStyleIdx="5" presStyleCnt="13">
        <dgm:presLayoutVars>
          <dgm:bulletEnabled val="1"/>
        </dgm:presLayoutVars>
      </dgm:prSet>
      <dgm:spPr/>
    </dgm:pt>
    <dgm:pt modelId="{5880264D-F060-49E6-9761-BD679F800DC9}" type="pres">
      <dgm:prSet presAssocID="{021D39E3-31E8-4240-967B-307518E507E2}" presName="sibTrans" presStyleCnt="0"/>
      <dgm:spPr/>
    </dgm:pt>
    <dgm:pt modelId="{8723C6BE-A617-42BD-93AA-9ACD854F67DB}" type="pres">
      <dgm:prSet presAssocID="{C324807F-B868-4336-813E-F0E773C0BBC9}" presName="node" presStyleLbl="node1" presStyleIdx="6" presStyleCnt="13">
        <dgm:presLayoutVars>
          <dgm:bulletEnabled val="1"/>
        </dgm:presLayoutVars>
      </dgm:prSet>
      <dgm:spPr/>
    </dgm:pt>
    <dgm:pt modelId="{613C29DD-E2F9-457C-9286-B85800B7E709}" type="pres">
      <dgm:prSet presAssocID="{B76B3F03-B034-411C-BA2E-6B35C2CB3734}" presName="sibTrans" presStyleCnt="0"/>
      <dgm:spPr/>
    </dgm:pt>
    <dgm:pt modelId="{207246D2-BCF0-4216-9403-66F97FBB2F1C}" type="pres">
      <dgm:prSet presAssocID="{58DDD6EF-AB9D-408E-B81C-3905AD7D1127}" presName="node" presStyleLbl="node1" presStyleIdx="7" presStyleCnt="13">
        <dgm:presLayoutVars>
          <dgm:bulletEnabled val="1"/>
        </dgm:presLayoutVars>
      </dgm:prSet>
      <dgm:spPr/>
    </dgm:pt>
    <dgm:pt modelId="{C081745F-E862-4776-A6A0-4FE9651FA1C6}" type="pres">
      <dgm:prSet presAssocID="{65E12B3A-E706-4D8D-9D57-24146CC45163}" presName="sibTrans" presStyleCnt="0"/>
      <dgm:spPr/>
    </dgm:pt>
    <dgm:pt modelId="{DA5D47D5-BB41-48EB-9020-8774ABE96E9A}" type="pres">
      <dgm:prSet presAssocID="{90CD37AF-CCF2-49FE-81E7-DE7459EB33BB}" presName="node" presStyleLbl="node1" presStyleIdx="8" presStyleCnt="13">
        <dgm:presLayoutVars>
          <dgm:bulletEnabled val="1"/>
        </dgm:presLayoutVars>
      </dgm:prSet>
      <dgm:spPr/>
    </dgm:pt>
    <dgm:pt modelId="{2D195E2A-364C-4A72-8CE7-D0C96C0D0A9B}" type="pres">
      <dgm:prSet presAssocID="{749FDEF3-7238-43FA-A080-1DE66286E845}" presName="sibTrans" presStyleCnt="0"/>
      <dgm:spPr/>
    </dgm:pt>
    <dgm:pt modelId="{A0B28A36-1D31-459C-B191-487DD86C1704}" type="pres">
      <dgm:prSet presAssocID="{AD361DA3-95BD-4EAA-B7E1-D8DC6FC894E9}" presName="node" presStyleLbl="node1" presStyleIdx="9" presStyleCnt="13">
        <dgm:presLayoutVars>
          <dgm:bulletEnabled val="1"/>
        </dgm:presLayoutVars>
      </dgm:prSet>
      <dgm:spPr/>
    </dgm:pt>
    <dgm:pt modelId="{BE4D9885-7E5F-4929-BC67-514E1284591A}" type="pres">
      <dgm:prSet presAssocID="{E82CF36E-01EA-4717-AAF2-2CFC01AEE468}" presName="sibTrans" presStyleCnt="0"/>
      <dgm:spPr/>
    </dgm:pt>
    <dgm:pt modelId="{1C7FCE27-3EB9-4F41-8559-91D966C45DE9}" type="pres">
      <dgm:prSet presAssocID="{36C73E22-5E9F-426B-BBB2-445C9823E30C}" presName="node" presStyleLbl="node1" presStyleIdx="10" presStyleCnt="13">
        <dgm:presLayoutVars>
          <dgm:bulletEnabled val="1"/>
        </dgm:presLayoutVars>
      </dgm:prSet>
      <dgm:spPr/>
    </dgm:pt>
    <dgm:pt modelId="{9FB78FEF-1446-4BD3-AE92-92E786BA5E5B}" type="pres">
      <dgm:prSet presAssocID="{96EA6F39-5A69-4A8B-BB1F-FA5A39053CDC}" presName="sibTrans" presStyleCnt="0"/>
      <dgm:spPr/>
    </dgm:pt>
    <dgm:pt modelId="{CF91728E-2108-4710-AD0B-53C11A0DAA24}" type="pres">
      <dgm:prSet presAssocID="{FCCD0BB9-7583-4F80-8A34-15DE7FD8B055}" presName="node" presStyleLbl="node1" presStyleIdx="11" presStyleCnt="13">
        <dgm:presLayoutVars>
          <dgm:bulletEnabled val="1"/>
        </dgm:presLayoutVars>
      </dgm:prSet>
      <dgm:spPr/>
    </dgm:pt>
    <dgm:pt modelId="{539B21E8-31E4-454B-A53E-D24BA798525E}" type="pres">
      <dgm:prSet presAssocID="{B63F973C-BBE6-4CD1-9AAE-DAA70FF41696}" presName="sibTrans" presStyleCnt="0"/>
      <dgm:spPr/>
    </dgm:pt>
    <dgm:pt modelId="{0138ADC5-93D9-4EEF-A270-C6C52B03A626}" type="pres">
      <dgm:prSet presAssocID="{F630924E-F4E3-4B01-82CD-1D6F16689E79}" presName="node" presStyleLbl="node1" presStyleIdx="12" presStyleCnt="13">
        <dgm:presLayoutVars>
          <dgm:bulletEnabled val="1"/>
        </dgm:presLayoutVars>
      </dgm:prSet>
      <dgm:spPr/>
    </dgm:pt>
  </dgm:ptLst>
  <dgm:cxnLst>
    <dgm:cxn modelId="{18B05E0E-E512-4269-85FB-14AD3E4E9395}" type="presOf" srcId="{7340D07A-4F87-4D25-91BD-71497EC5F718}" destId="{D016F902-5B05-4D12-BDB1-10ECB2A744E4}" srcOrd="0" destOrd="0" presId="urn:microsoft.com/office/officeart/2005/8/layout/default"/>
    <dgm:cxn modelId="{1BE1A619-CD36-47D6-AF0D-094B923D89A2}" type="presOf" srcId="{58DDD6EF-AB9D-408E-B81C-3905AD7D1127}" destId="{207246D2-BCF0-4216-9403-66F97FBB2F1C}" srcOrd="0" destOrd="0" presId="urn:microsoft.com/office/officeart/2005/8/layout/default"/>
    <dgm:cxn modelId="{E67DAA1D-E8CA-49B3-8314-40FE808B861D}" type="presOf" srcId="{F630924E-F4E3-4B01-82CD-1D6F16689E79}" destId="{0138ADC5-93D9-4EEF-A270-C6C52B03A626}" srcOrd="0" destOrd="0" presId="urn:microsoft.com/office/officeart/2005/8/layout/default"/>
    <dgm:cxn modelId="{16AB9420-53DA-43DE-A709-EC4E1AE4273D}" type="presOf" srcId="{AD361DA3-95BD-4EAA-B7E1-D8DC6FC894E9}" destId="{A0B28A36-1D31-459C-B191-487DD86C1704}" srcOrd="0" destOrd="0" presId="urn:microsoft.com/office/officeart/2005/8/layout/default"/>
    <dgm:cxn modelId="{2340DD37-D548-409A-82AB-C50E1722C52A}" type="presOf" srcId="{36C73E22-5E9F-426B-BBB2-445C9823E30C}" destId="{1C7FCE27-3EB9-4F41-8559-91D966C45DE9}" srcOrd="0" destOrd="0" presId="urn:microsoft.com/office/officeart/2005/8/layout/default"/>
    <dgm:cxn modelId="{472CEB5E-3236-42DB-9829-6E6E14B9B499}" srcId="{D4B1DE07-73C8-44A0-8E87-24BE3C4689A6}" destId="{7340D07A-4F87-4D25-91BD-71497EC5F718}" srcOrd="0" destOrd="0" parTransId="{568B2063-5089-4B8F-B37D-8FB20AB95206}" sibTransId="{2F88F588-7BAD-4BF6-BF11-C3D06F8896FA}"/>
    <dgm:cxn modelId="{FE1FC04A-2DFF-4313-97E4-A41E793CFA8A}" srcId="{D4B1DE07-73C8-44A0-8E87-24BE3C4689A6}" destId="{98AA1417-7695-4AD0-B3A0-E0D9D6B652BF}" srcOrd="5" destOrd="0" parTransId="{52F56D3A-20E4-4670-8621-CFF4451AF9E8}" sibTransId="{021D39E3-31E8-4240-967B-307518E507E2}"/>
    <dgm:cxn modelId="{E2717B4E-08A8-4D33-A873-37FA32969823}" srcId="{D4B1DE07-73C8-44A0-8E87-24BE3C4689A6}" destId="{90CD37AF-CCF2-49FE-81E7-DE7459EB33BB}" srcOrd="8" destOrd="0" parTransId="{6E4895F9-F74A-4467-A940-CF5A1C323638}" sibTransId="{749FDEF3-7238-43FA-A080-1DE66286E845}"/>
    <dgm:cxn modelId="{F1137F6E-34FB-4DFA-90E6-CBAC41121015}" type="presOf" srcId="{C324807F-B868-4336-813E-F0E773C0BBC9}" destId="{8723C6BE-A617-42BD-93AA-9ACD854F67DB}" srcOrd="0" destOrd="0" presId="urn:microsoft.com/office/officeart/2005/8/layout/default"/>
    <dgm:cxn modelId="{7EE05852-4A68-47A9-B0F8-F5908E36B2BB}" srcId="{D4B1DE07-73C8-44A0-8E87-24BE3C4689A6}" destId="{C324807F-B868-4336-813E-F0E773C0BBC9}" srcOrd="6" destOrd="0" parTransId="{9E9EF438-4D3D-4390-A18A-5337DC23B012}" sibTransId="{B76B3F03-B034-411C-BA2E-6B35C2CB3734}"/>
    <dgm:cxn modelId="{7A7AC873-17F8-45C7-AD46-8CDA5298CE45}" type="presOf" srcId="{16444A1D-8722-4747-8736-4E388775C065}" destId="{AE7C58D9-65C0-4541-8204-F45BCCE51979}" srcOrd="0" destOrd="0" presId="urn:microsoft.com/office/officeart/2005/8/layout/default"/>
    <dgm:cxn modelId="{39A6F653-ECF2-4780-9A07-A11E7720E058}" type="presOf" srcId="{CD79B7EE-44FC-405B-810A-EC224130BB67}" destId="{1F6DDF7F-6EFB-464E-8A25-823136A6F3C5}" srcOrd="0" destOrd="0" presId="urn:microsoft.com/office/officeart/2005/8/layout/default"/>
    <dgm:cxn modelId="{3816D47B-E23C-4E7B-A8FC-7724842B0E88}" type="presOf" srcId="{D6F3B3C6-AB98-4CB5-9449-80E3228548F4}" destId="{1E72404A-7BA5-4440-B68F-F3C8EB4628EF}" srcOrd="0" destOrd="0" presId="urn:microsoft.com/office/officeart/2005/8/layout/default"/>
    <dgm:cxn modelId="{E09E707C-6989-46A4-AE87-4E5E50E3B094}" srcId="{D4B1DE07-73C8-44A0-8E87-24BE3C4689A6}" destId="{D6F3B3C6-AB98-4CB5-9449-80E3228548F4}" srcOrd="2" destOrd="0" parTransId="{5DD267EC-A4C8-45DD-AE9A-0A428B71E80A}" sibTransId="{80407C5E-C30D-4A8C-A356-AAFEBA5E0486}"/>
    <dgm:cxn modelId="{0CA1D280-C8ED-4B46-BD8C-0AB118C72BFA}" srcId="{D4B1DE07-73C8-44A0-8E87-24BE3C4689A6}" destId="{5E5EDBC0-989B-4427-8E91-A89CEDB7344B}" srcOrd="1" destOrd="0" parTransId="{811CAA61-2708-4368-A3B0-6F9D53FDA5B1}" sibTransId="{A8C1CEE9-EC96-4EF1-AEE5-E0388EF57B53}"/>
    <dgm:cxn modelId="{6ECCF884-DC2A-49E0-86D4-8500DF05E635}" srcId="{D4B1DE07-73C8-44A0-8E87-24BE3C4689A6}" destId="{58DDD6EF-AB9D-408E-B81C-3905AD7D1127}" srcOrd="7" destOrd="0" parTransId="{AAB717F7-440E-4F79-AE6A-064242E41D0D}" sibTransId="{65E12B3A-E706-4D8D-9D57-24146CC45163}"/>
    <dgm:cxn modelId="{55ACB78D-85C5-4304-8401-EBCC2602CC7B}" srcId="{D4B1DE07-73C8-44A0-8E87-24BE3C4689A6}" destId="{AD361DA3-95BD-4EAA-B7E1-D8DC6FC894E9}" srcOrd="9" destOrd="0" parTransId="{761FD947-65C4-4A73-AB00-66CEAC0C55A7}" sibTransId="{E82CF36E-01EA-4717-AAF2-2CFC01AEE468}"/>
    <dgm:cxn modelId="{3E9AAF91-951B-4AE2-A172-9FE271F7B442}" srcId="{D4B1DE07-73C8-44A0-8E87-24BE3C4689A6}" destId="{CD79B7EE-44FC-405B-810A-EC224130BB67}" srcOrd="3" destOrd="0" parTransId="{AA992D4B-7273-4540-97EE-B14B6ECE254C}" sibTransId="{5D43A1B2-21A3-4FA2-BC08-5160E0C15765}"/>
    <dgm:cxn modelId="{52C1EC99-7C6F-4827-A733-642AADADB99D}" type="presOf" srcId="{D4B1DE07-73C8-44A0-8E87-24BE3C4689A6}" destId="{4074CF2C-D514-4559-B064-D7B6CDD8E77C}" srcOrd="0" destOrd="0" presId="urn:microsoft.com/office/officeart/2005/8/layout/default"/>
    <dgm:cxn modelId="{FE4B2A9C-FEBF-4255-98A5-FB072F8CF168}" srcId="{D4B1DE07-73C8-44A0-8E87-24BE3C4689A6}" destId="{36C73E22-5E9F-426B-BBB2-445C9823E30C}" srcOrd="10" destOrd="0" parTransId="{179C61EF-D4D2-40FC-AE3D-8AC00846F924}" sibTransId="{96EA6F39-5A69-4A8B-BB1F-FA5A39053CDC}"/>
    <dgm:cxn modelId="{157533A3-9A72-4D32-9859-E6B17634DA95}" type="presOf" srcId="{98AA1417-7695-4AD0-B3A0-E0D9D6B652BF}" destId="{D792AD62-B93B-461B-BA6B-C53835874386}" srcOrd="0" destOrd="0" presId="urn:microsoft.com/office/officeart/2005/8/layout/default"/>
    <dgm:cxn modelId="{8FB37EAC-7771-4BB3-A416-BD10973B97A1}" type="presOf" srcId="{90CD37AF-CCF2-49FE-81E7-DE7459EB33BB}" destId="{DA5D47D5-BB41-48EB-9020-8774ABE96E9A}" srcOrd="0" destOrd="0" presId="urn:microsoft.com/office/officeart/2005/8/layout/default"/>
    <dgm:cxn modelId="{051914B1-53A7-427E-8C72-88FEED4C0DCA}" type="presOf" srcId="{FCCD0BB9-7583-4F80-8A34-15DE7FD8B055}" destId="{CF91728E-2108-4710-AD0B-53C11A0DAA24}" srcOrd="0" destOrd="0" presId="urn:microsoft.com/office/officeart/2005/8/layout/default"/>
    <dgm:cxn modelId="{C58CC5B6-D80C-400F-A209-2A6D371C4CDA}" srcId="{D4B1DE07-73C8-44A0-8E87-24BE3C4689A6}" destId="{F630924E-F4E3-4B01-82CD-1D6F16689E79}" srcOrd="12" destOrd="0" parTransId="{95F4D885-6AE0-4EE0-9906-6587C939C719}" sibTransId="{F2565C8F-19FC-4396-BBA4-C90297130B6E}"/>
    <dgm:cxn modelId="{59DAFEB7-AB0A-48F8-8D69-9A8E2131FC8F}" srcId="{D4B1DE07-73C8-44A0-8E87-24BE3C4689A6}" destId="{16444A1D-8722-4747-8736-4E388775C065}" srcOrd="4" destOrd="0" parTransId="{BB6A6619-43FE-4990-8435-94F41D81BCCA}" sibTransId="{2F8278C6-C8BC-41CC-BCAE-1DA2F01B403D}"/>
    <dgm:cxn modelId="{BBDC57BF-C9C8-4C01-8E26-7560419917FC}" srcId="{D4B1DE07-73C8-44A0-8E87-24BE3C4689A6}" destId="{FCCD0BB9-7583-4F80-8A34-15DE7FD8B055}" srcOrd="11" destOrd="0" parTransId="{A24E51F7-7310-4CA3-ACCF-379E5EF5EE04}" sibTransId="{B63F973C-BBE6-4CD1-9AAE-DAA70FF41696}"/>
    <dgm:cxn modelId="{944BEAC3-22F2-409A-BBEC-7EA7E7AA2099}" type="presOf" srcId="{5E5EDBC0-989B-4427-8E91-A89CEDB7344B}" destId="{9D503DF7-86AC-4BBB-B31D-0574C1A86D65}" srcOrd="0" destOrd="0" presId="urn:microsoft.com/office/officeart/2005/8/layout/default"/>
    <dgm:cxn modelId="{0A73E347-2466-4DC1-B0B5-6FD2EC4D7254}" type="presParOf" srcId="{4074CF2C-D514-4559-B064-D7B6CDD8E77C}" destId="{D016F902-5B05-4D12-BDB1-10ECB2A744E4}" srcOrd="0" destOrd="0" presId="urn:microsoft.com/office/officeart/2005/8/layout/default"/>
    <dgm:cxn modelId="{373F2E3A-AA5A-43CD-BD57-F9EB22E808D0}" type="presParOf" srcId="{4074CF2C-D514-4559-B064-D7B6CDD8E77C}" destId="{3D50A4DF-D52A-425D-8B2F-09C0B7FB840E}" srcOrd="1" destOrd="0" presId="urn:microsoft.com/office/officeart/2005/8/layout/default"/>
    <dgm:cxn modelId="{08305287-F6FB-4D1D-BFC5-A3651F2F9AB0}" type="presParOf" srcId="{4074CF2C-D514-4559-B064-D7B6CDD8E77C}" destId="{9D503DF7-86AC-4BBB-B31D-0574C1A86D65}" srcOrd="2" destOrd="0" presId="urn:microsoft.com/office/officeart/2005/8/layout/default"/>
    <dgm:cxn modelId="{81D6731A-69F4-48E7-A9E6-AA6977DF8AA4}" type="presParOf" srcId="{4074CF2C-D514-4559-B064-D7B6CDD8E77C}" destId="{269BF129-49FF-4B33-918C-B321EAEB77CD}" srcOrd="3" destOrd="0" presId="urn:microsoft.com/office/officeart/2005/8/layout/default"/>
    <dgm:cxn modelId="{BA6FD933-08F9-43E7-AEAE-813FD3A00A4F}" type="presParOf" srcId="{4074CF2C-D514-4559-B064-D7B6CDD8E77C}" destId="{1E72404A-7BA5-4440-B68F-F3C8EB4628EF}" srcOrd="4" destOrd="0" presId="urn:microsoft.com/office/officeart/2005/8/layout/default"/>
    <dgm:cxn modelId="{A1DB4EDD-90C0-456F-887D-FE543D652A5B}" type="presParOf" srcId="{4074CF2C-D514-4559-B064-D7B6CDD8E77C}" destId="{3202008C-E4E6-4368-8327-094A4769B63E}" srcOrd="5" destOrd="0" presId="urn:microsoft.com/office/officeart/2005/8/layout/default"/>
    <dgm:cxn modelId="{1E2F642D-6791-4FA0-AA72-FBC53C614B72}" type="presParOf" srcId="{4074CF2C-D514-4559-B064-D7B6CDD8E77C}" destId="{1F6DDF7F-6EFB-464E-8A25-823136A6F3C5}" srcOrd="6" destOrd="0" presId="urn:microsoft.com/office/officeart/2005/8/layout/default"/>
    <dgm:cxn modelId="{3E3335D9-879D-4E92-8EED-82AA40EB8754}" type="presParOf" srcId="{4074CF2C-D514-4559-B064-D7B6CDD8E77C}" destId="{9F51D608-6D4C-4E6F-8ACD-93C3AA9D9C96}" srcOrd="7" destOrd="0" presId="urn:microsoft.com/office/officeart/2005/8/layout/default"/>
    <dgm:cxn modelId="{2305FA2E-FCD8-4B8C-91AC-A5AB3ACF5EAE}" type="presParOf" srcId="{4074CF2C-D514-4559-B064-D7B6CDD8E77C}" destId="{AE7C58D9-65C0-4541-8204-F45BCCE51979}" srcOrd="8" destOrd="0" presId="urn:microsoft.com/office/officeart/2005/8/layout/default"/>
    <dgm:cxn modelId="{BE071122-2B6C-4FFB-B40A-A63BB707D9CC}" type="presParOf" srcId="{4074CF2C-D514-4559-B064-D7B6CDD8E77C}" destId="{D200D8F0-B4BE-4427-AC06-7A2D01BEF91B}" srcOrd="9" destOrd="0" presId="urn:microsoft.com/office/officeart/2005/8/layout/default"/>
    <dgm:cxn modelId="{B5328BEB-D06A-4F17-9D7C-168B4D17EC66}" type="presParOf" srcId="{4074CF2C-D514-4559-B064-D7B6CDD8E77C}" destId="{D792AD62-B93B-461B-BA6B-C53835874386}" srcOrd="10" destOrd="0" presId="urn:microsoft.com/office/officeart/2005/8/layout/default"/>
    <dgm:cxn modelId="{940D9CE2-0122-46D4-AB4F-829D84D74A03}" type="presParOf" srcId="{4074CF2C-D514-4559-B064-D7B6CDD8E77C}" destId="{5880264D-F060-49E6-9761-BD679F800DC9}" srcOrd="11" destOrd="0" presId="urn:microsoft.com/office/officeart/2005/8/layout/default"/>
    <dgm:cxn modelId="{9269B787-BBB2-43A1-A66A-ACB6DC91C28D}" type="presParOf" srcId="{4074CF2C-D514-4559-B064-D7B6CDD8E77C}" destId="{8723C6BE-A617-42BD-93AA-9ACD854F67DB}" srcOrd="12" destOrd="0" presId="urn:microsoft.com/office/officeart/2005/8/layout/default"/>
    <dgm:cxn modelId="{260A7873-3F52-4542-B914-1B695838D136}" type="presParOf" srcId="{4074CF2C-D514-4559-B064-D7B6CDD8E77C}" destId="{613C29DD-E2F9-457C-9286-B85800B7E709}" srcOrd="13" destOrd="0" presId="urn:microsoft.com/office/officeart/2005/8/layout/default"/>
    <dgm:cxn modelId="{EEA40DAB-5018-4653-9695-6F2CEE527D63}" type="presParOf" srcId="{4074CF2C-D514-4559-B064-D7B6CDD8E77C}" destId="{207246D2-BCF0-4216-9403-66F97FBB2F1C}" srcOrd="14" destOrd="0" presId="urn:microsoft.com/office/officeart/2005/8/layout/default"/>
    <dgm:cxn modelId="{EB28F27B-0F0D-4116-80FE-AF49407D2040}" type="presParOf" srcId="{4074CF2C-D514-4559-B064-D7B6CDD8E77C}" destId="{C081745F-E862-4776-A6A0-4FE9651FA1C6}" srcOrd="15" destOrd="0" presId="urn:microsoft.com/office/officeart/2005/8/layout/default"/>
    <dgm:cxn modelId="{F3A4337D-A16B-43BC-A4E6-BEF46BDF98ED}" type="presParOf" srcId="{4074CF2C-D514-4559-B064-D7B6CDD8E77C}" destId="{DA5D47D5-BB41-48EB-9020-8774ABE96E9A}" srcOrd="16" destOrd="0" presId="urn:microsoft.com/office/officeart/2005/8/layout/default"/>
    <dgm:cxn modelId="{224310E7-435F-49E6-9C65-45F14B1D78FD}" type="presParOf" srcId="{4074CF2C-D514-4559-B064-D7B6CDD8E77C}" destId="{2D195E2A-364C-4A72-8CE7-D0C96C0D0A9B}" srcOrd="17" destOrd="0" presId="urn:microsoft.com/office/officeart/2005/8/layout/default"/>
    <dgm:cxn modelId="{909E6046-4F32-4F1D-911B-10386AE96942}" type="presParOf" srcId="{4074CF2C-D514-4559-B064-D7B6CDD8E77C}" destId="{A0B28A36-1D31-459C-B191-487DD86C1704}" srcOrd="18" destOrd="0" presId="urn:microsoft.com/office/officeart/2005/8/layout/default"/>
    <dgm:cxn modelId="{2329B953-CEED-479E-99B5-2036E8D83F0E}" type="presParOf" srcId="{4074CF2C-D514-4559-B064-D7B6CDD8E77C}" destId="{BE4D9885-7E5F-4929-BC67-514E1284591A}" srcOrd="19" destOrd="0" presId="urn:microsoft.com/office/officeart/2005/8/layout/default"/>
    <dgm:cxn modelId="{85920C6B-7558-485A-B2A1-31C6D4C40CB6}" type="presParOf" srcId="{4074CF2C-D514-4559-B064-D7B6CDD8E77C}" destId="{1C7FCE27-3EB9-4F41-8559-91D966C45DE9}" srcOrd="20" destOrd="0" presId="urn:microsoft.com/office/officeart/2005/8/layout/default"/>
    <dgm:cxn modelId="{EE315EEE-3F47-4ECB-9605-5A022DBC0BEA}" type="presParOf" srcId="{4074CF2C-D514-4559-B064-D7B6CDD8E77C}" destId="{9FB78FEF-1446-4BD3-AE92-92E786BA5E5B}" srcOrd="21" destOrd="0" presId="urn:microsoft.com/office/officeart/2005/8/layout/default"/>
    <dgm:cxn modelId="{B836982A-FC99-4722-A8C9-672BD7C02BF2}" type="presParOf" srcId="{4074CF2C-D514-4559-B064-D7B6CDD8E77C}" destId="{CF91728E-2108-4710-AD0B-53C11A0DAA24}" srcOrd="22" destOrd="0" presId="urn:microsoft.com/office/officeart/2005/8/layout/default"/>
    <dgm:cxn modelId="{03F8E3A9-9379-4EC8-922F-DD2F16CC977C}" type="presParOf" srcId="{4074CF2C-D514-4559-B064-D7B6CDD8E77C}" destId="{539B21E8-31E4-454B-A53E-D24BA798525E}" srcOrd="23" destOrd="0" presId="urn:microsoft.com/office/officeart/2005/8/layout/default"/>
    <dgm:cxn modelId="{13C6720C-EB2D-4017-A47D-349ACB449CEF}" type="presParOf" srcId="{4074CF2C-D514-4559-B064-D7B6CDD8E77C}" destId="{0138ADC5-93D9-4EEF-A270-C6C52B03A626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773F55-3014-43F0-804F-14AB302EC1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7FE6BA7-5ACE-4048-892D-220721D2A139}">
      <dgm:prSet/>
      <dgm:spPr/>
      <dgm:t>
        <a:bodyPr/>
        <a:lstStyle/>
        <a:p>
          <a:r>
            <a:rPr lang="en-US" b="1"/>
            <a:t>Monitor customers with multiple products</a:t>
          </a:r>
          <a:br>
            <a:rPr lang="en-US"/>
          </a:br>
          <a:r>
            <a:rPr lang="en-US"/>
            <a:t>Review the experience of customers using multiple products.</a:t>
          </a:r>
        </a:p>
      </dgm:t>
    </dgm:pt>
    <dgm:pt modelId="{D560D996-1031-4E16-A6E3-D5FFBD624D6D}" type="parTrans" cxnId="{6B2973D6-539F-44E0-A47C-91E36F453EC9}">
      <dgm:prSet/>
      <dgm:spPr/>
      <dgm:t>
        <a:bodyPr/>
        <a:lstStyle/>
        <a:p>
          <a:endParaRPr lang="en-US"/>
        </a:p>
      </dgm:t>
    </dgm:pt>
    <dgm:pt modelId="{37F6CB6D-CA1D-46BB-A277-F892D43C7902}" type="sibTrans" cxnId="{6B2973D6-539F-44E0-A47C-91E36F453EC9}">
      <dgm:prSet/>
      <dgm:spPr/>
      <dgm:t>
        <a:bodyPr/>
        <a:lstStyle/>
        <a:p>
          <a:endParaRPr lang="en-US"/>
        </a:p>
      </dgm:t>
    </dgm:pt>
    <dgm:pt modelId="{1E55ED35-C12F-46F7-8B32-1E9FE12B4852}">
      <dgm:prSet/>
      <dgm:spPr/>
      <dgm:t>
        <a:bodyPr/>
        <a:lstStyle/>
        <a:p>
          <a:r>
            <a:rPr lang="en-US" b="1"/>
            <a:t>Improve customer engagement</a:t>
          </a:r>
          <a:br>
            <a:rPr lang="en-US"/>
          </a:br>
          <a:r>
            <a:rPr lang="en-US"/>
            <a:t>Monitor inactive customers and encourage engagement.</a:t>
          </a:r>
        </a:p>
      </dgm:t>
    </dgm:pt>
    <dgm:pt modelId="{79627904-18F8-4511-83E1-41D947A4262D}" type="parTrans" cxnId="{12A44275-C1E1-44B1-8007-B5FC214FB5C0}">
      <dgm:prSet/>
      <dgm:spPr/>
      <dgm:t>
        <a:bodyPr/>
        <a:lstStyle/>
        <a:p>
          <a:endParaRPr lang="en-US"/>
        </a:p>
      </dgm:t>
    </dgm:pt>
    <dgm:pt modelId="{E0EA12E8-5FFE-4CF8-B3F1-0C177F88919F}" type="sibTrans" cxnId="{12A44275-C1E1-44B1-8007-B5FC214FB5C0}">
      <dgm:prSet/>
      <dgm:spPr/>
      <dgm:t>
        <a:bodyPr/>
        <a:lstStyle/>
        <a:p>
          <a:endParaRPr lang="en-US"/>
        </a:p>
      </dgm:t>
    </dgm:pt>
    <dgm:pt modelId="{61778063-F6D4-45A4-926E-6128554AF6FE}">
      <dgm:prSet/>
      <dgm:spPr/>
      <dgm:t>
        <a:bodyPr/>
        <a:lstStyle/>
        <a:p>
          <a:r>
            <a:rPr lang="en-US" b="1"/>
            <a:t>Focus on early-tenure customers</a:t>
          </a:r>
          <a:br>
            <a:rPr lang="en-US"/>
          </a:br>
          <a:r>
            <a:rPr lang="en-US"/>
            <a:t>Provide better onboarding and engagement support.</a:t>
          </a:r>
        </a:p>
      </dgm:t>
    </dgm:pt>
    <dgm:pt modelId="{1C194041-507A-4F39-B4FF-8809E3FAB8A5}" type="parTrans" cxnId="{DCA77C0A-3149-46BC-AE2B-401279274041}">
      <dgm:prSet/>
      <dgm:spPr/>
      <dgm:t>
        <a:bodyPr/>
        <a:lstStyle/>
        <a:p>
          <a:endParaRPr lang="en-US"/>
        </a:p>
      </dgm:t>
    </dgm:pt>
    <dgm:pt modelId="{E6E26DC9-6690-49E1-B2E1-FA163E55DD46}" type="sibTrans" cxnId="{DCA77C0A-3149-46BC-AE2B-401279274041}">
      <dgm:prSet/>
      <dgm:spPr/>
      <dgm:t>
        <a:bodyPr/>
        <a:lstStyle/>
        <a:p>
          <a:endParaRPr lang="en-US"/>
        </a:p>
      </dgm:t>
    </dgm:pt>
    <dgm:pt modelId="{7FDB0A4B-68B4-484E-8707-69F686FED103}">
      <dgm:prSet/>
      <dgm:spPr/>
      <dgm:t>
        <a:bodyPr/>
        <a:lstStyle/>
        <a:p>
          <a:r>
            <a:rPr lang="en-US" b="1"/>
            <a:t>Use customer segmentation</a:t>
          </a:r>
          <a:br>
            <a:rPr lang="en-US"/>
          </a:br>
          <a:r>
            <a:rPr lang="en-US"/>
            <a:t>Create retention strategies based on customer characteristics.</a:t>
          </a:r>
        </a:p>
      </dgm:t>
    </dgm:pt>
    <dgm:pt modelId="{9E9CFBA6-D27A-44E5-8312-059623459C5D}" type="parTrans" cxnId="{83CCEE78-7A69-4BF9-AE01-1E76FEC9024C}">
      <dgm:prSet/>
      <dgm:spPr/>
      <dgm:t>
        <a:bodyPr/>
        <a:lstStyle/>
        <a:p>
          <a:endParaRPr lang="en-US"/>
        </a:p>
      </dgm:t>
    </dgm:pt>
    <dgm:pt modelId="{892A2DC5-B660-46DF-BC33-4733F7A30813}" type="sibTrans" cxnId="{83CCEE78-7A69-4BF9-AE01-1E76FEC9024C}">
      <dgm:prSet/>
      <dgm:spPr/>
      <dgm:t>
        <a:bodyPr/>
        <a:lstStyle/>
        <a:p>
          <a:endParaRPr lang="en-US"/>
        </a:p>
      </dgm:t>
    </dgm:pt>
    <dgm:pt modelId="{68774A2B-522E-4090-8D58-C9ADA55A7F72}">
      <dgm:prSet/>
      <dgm:spPr/>
      <dgm:t>
        <a:bodyPr/>
        <a:lstStyle/>
        <a:p>
          <a:r>
            <a:rPr lang="en-US" b="1"/>
            <a:t>Monitor churn regularly</a:t>
          </a:r>
          <a:br>
            <a:rPr lang="en-US"/>
          </a:br>
          <a:r>
            <a:rPr lang="en-US"/>
            <a:t>Use dashboards for proactive retention campaigns.</a:t>
          </a:r>
        </a:p>
      </dgm:t>
    </dgm:pt>
    <dgm:pt modelId="{2F0A8810-BD4C-4C42-9129-F951D5A082A9}" type="parTrans" cxnId="{63241265-CA78-4B40-9F10-B790D4FE7C64}">
      <dgm:prSet/>
      <dgm:spPr/>
      <dgm:t>
        <a:bodyPr/>
        <a:lstStyle/>
        <a:p>
          <a:endParaRPr lang="en-US"/>
        </a:p>
      </dgm:t>
    </dgm:pt>
    <dgm:pt modelId="{F0BFD9E0-9B80-4E17-95AF-D1B701A56D63}" type="sibTrans" cxnId="{63241265-CA78-4B40-9F10-B790D4FE7C64}">
      <dgm:prSet/>
      <dgm:spPr/>
      <dgm:t>
        <a:bodyPr/>
        <a:lstStyle/>
        <a:p>
          <a:endParaRPr lang="en-US"/>
        </a:p>
      </dgm:t>
    </dgm:pt>
    <dgm:pt modelId="{B21169D1-B45C-46EB-9BCE-5E9DF6684039}">
      <dgm:prSet/>
      <dgm:spPr/>
      <dgm:t>
        <a:bodyPr/>
        <a:lstStyle/>
        <a:p>
          <a:r>
            <a:rPr lang="en-US" b="1"/>
            <a:t>Collect more historical data</a:t>
          </a:r>
          <a:br>
            <a:rPr lang="en-US"/>
          </a:br>
          <a:r>
            <a:rPr lang="en-US"/>
            <a:t>More churn observations can improve analysis reliability.</a:t>
          </a:r>
        </a:p>
      </dgm:t>
    </dgm:pt>
    <dgm:pt modelId="{C69346A1-ADCC-4414-A7FC-DAC6E313AE02}" type="parTrans" cxnId="{0B6AD064-FB03-4C1B-A465-F09FD81BF21D}">
      <dgm:prSet/>
      <dgm:spPr/>
      <dgm:t>
        <a:bodyPr/>
        <a:lstStyle/>
        <a:p>
          <a:endParaRPr lang="en-US"/>
        </a:p>
      </dgm:t>
    </dgm:pt>
    <dgm:pt modelId="{521A90F6-0658-42B0-B87B-9AECBCEEA004}" type="sibTrans" cxnId="{0B6AD064-FB03-4C1B-A465-F09FD81BF21D}">
      <dgm:prSet/>
      <dgm:spPr/>
      <dgm:t>
        <a:bodyPr/>
        <a:lstStyle/>
        <a:p>
          <a:endParaRPr lang="en-US"/>
        </a:p>
      </dgm:t>
    </dgm:pt>
    <dgm:pt modelId="{88EBCEDA-2544-4B71-848A-4EFEB17062C0}" type="pres">
      <dgm:prSet presAssocID="{40773F55-3014-43F0-804F-14AB302EC142}" presName="root" presStyleCnt="0">
        <dgm:presLayoutVars>
          <dgm:dir/>
          <dgm:resizeHandles val="exact"/>
        </dgm:presLayoutVars>
      </dgm:prSet>
      <dgm:spPr/>
    </dgm:pt>
    <dgm:pt modelId="{6569E269-B020-4BD3-920C-C0B7166C4F14}" type="pres">
      <dgm:prSet presAssocID="{D7FE6BA7-5ACE-4048-892D-220721D2A139}" presName="compNode" presStyleCnt="0"/>
      <dgm:spPr/>
    </dgm:pt>
    <dgm:pt modelId="{F7A85E47-BFDB-47FF-BE44-9F2A05E96A2F}" type="pres">
      <dgm:prSet presAssocID="{D7FE6BA7-5ACE-4048-892D-220721D2A139}" presName="bgRect" presStyleLbl="bgShp" presStyleIdx="0" presStyleCnt="6"/>
      <dgm:spPr/>
    </dgm:pt>
    <dgm:pt modelId="{D6D87914-70A1-4B1D-8C87-A6C73D85410C}" type="pres">
      <dgm:prSet presAssocID="{D7FE6BA7-5ACE-4048-892D-220721D2A139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9D936244-A843-431C-945D-A1B544772B49}" type="pres">
      <dgm:prSet presAssocID="{D7FE6BA7-5ACE-4048-892D-220721D2A139}" presName="spaceRect" presStyleCnt="0"/>
      <dgm:spPr/>
    </dgm:pt>
    <dgm:pt modelId="{B4167CA9-2AD3-4683-BE5E-7050D8574D48}" type="pres">
      <dgm:prSet presAssocID="{D7FE6BA7-5ACE-4048-892D-220721D2A139}" presName="parTx" presStyleLbl="revTx" presStyleIdx="0" presStyleCnt="6">
        <dgm:presLayoutVars>
          <dgm:chMax val="0"/>
          <dgm:chPref val="0"/>
        </dgm:presLayoutVars>
      </dgm:prSet>
      <dgm:spPr/>
    </dgm:pt>
    <dgm:pt modelId="{7F02B1F9-07FD-4D35-BADA-C9E31443BBA3}" type="pres">
      <dgm:prSet presAssocID="{37F6CB6D-CA1D-46BB-A277-F892D43C7902}" presName="sibTrans" presStyleCnt="0"/>
      <dgm:spPr/>
    </dgm:pt>
    <dgm:pt modelId="{DAD83314-BB6B-44A2-9DED-EB62D4E5B30D}" type="pres">
      <dgm:prSet presAssocID="{1E55ED35-C12F-46F7-8B32-1E9FE12B4852}" presName="compNode" presStyleCnt="0"/>
      <dgm:spPr/>
    </dgm:pt>
    <dgm:pt modelId="{B0A46170-C509-4967-AF0A-62BBBBB178A4}" type="pres">
      <dgm:prSet presAssocID="{1E55ED35-C12F-46F7-8B32-1E9FE12B4852}" presName="bgRect" presStyleLbl="bgShp" presStyleIdx="1" presStyleCnt="6"/>
      <dgm:spPr/>
    </dgm:pt>
    <dgm:pt modelId="{BBF13898-5318-4F31-A77B-925B002161D5}" type="pres">
      <dgm:prSet presAssocID="{1E55ED35-C12F-46F7-8B32-1E9FE12B485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C174E31-7322-461D-AE62-019726963EC6}" type="pres">
      <dgm:prSet presAssocID="{1E55ED35-C12F-46F7-8B32-1E9FE12B4852}" presName="spaceRect" presStyleCnt="0"/>
      <dgm:spPr/>
    </dgm:pt>
    <dgm:pt modelId="{6F85C077-E72B-4D86-873A-D416EF880FBB}" type="pres">
      <dgm:prSet presAssocID="{1E55ED35-C12F-46F7-8B32-1E9FE12B4852}" presName="parTx" presStyleLbl="revTx" presStyleIdx="1" presStyleCnt="6">
        <dgm:presLayoutVars>
          <dgm:chMax val="0"/>
          <dgm:chPref val="0"/>
        </dgm:presLayoutVars>
      </dgm:prSet>
      <dgm:spPr/>
    </dgm:pt>
    <dgm:pt modelId="{25B9F8B0-57A6-475B-B264-B86C4056AACD}" type="pres">
      <dgm:prSet presAssocID="{E0EA12E8-5FFE-4CF8-B3F1-0C177F88919F}" presName="sibTrans" presStyleCnt="0"/>
      <dgm:spPr/>
    </dgm:pt>
    <dgm:pt modelId="{34DA30F1-5961-47F3-94C3-161C7E9D5ADB}" type="pres">
      <dgm:prSet presAssocID="{61778063-F6D4-45A4-926E-6128554AF6FE}" presName="compNode" presStyleCnt="0"/>
      <dgm:spPr/>
    </dgm:pt>
    <dgm:pt modelId="{3CFC401D-2087-41AE-95B8-C504FF667A79}" type="pres">
      <dgm:prSet presAssocID="{61778063-F6D4-45A4-926E-6128554AF6FE}" presName="bgRect" presStyleLbl="bgShp" presStyleIdx="2" presStyleCnt="6"/>
      <dgm:spPr/>
    </dgm:pt>
    <dgm:pt modelId="{99F29E0F-A4AD-4CDE-8C77-5F4AE441B17C}" type="pres">
      <dgm:prSet presAssocID="{61778063-F6D4-45A4-926E-6128554AF6FE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BB6F964-1D07-4752-AE95-2B9676C3D904}" type="pres">
      <dgm:prSet presAssocID="{61778063-F6D4-45A4-926E-6128554AF6FE}" presName="spaceRect" presStyleCnt="0"/>
      <dgm:spPr/>
    </dgm:pt>
    <dgm:pt modelId="{9A4CB26A-F9C8-4A58-8D90-971CE2A6F0C3}" type="pres">
      <dgm:prSet presAssocID="{61778063-F6D4-45A4-926E-6128554AF6FE}" presName="parTx" presStyleLbl="revTx" presStyleIdx="2" presStyleCnt="6">
        <dgm:presLayoutVars>
          <dgm:chMax val="0"/>
          <dgm:chPref val="0"/>
        </dgm:presLayoutVars>
      </dgm:prSet>
      <dgm:spPr/>
    </dgm:pt>
    <dgm:pt modelId="{13129CA7-3B55-48B0-AA33-8E37CCF42A09}" type="pres">
      <dgm:prSet presAssocID="{E6E26DC9-6690-49E1-B2E1-FA163E55DD46}" presName="sibTrans" presStyleCnt="0"/>
      <dgm:spPr/>
    </dgm:pt>
    <dgm:pt modelId="{0A4B991E-D1DA-40CF-B3BF-91F1183E3CD6}" type="pres">
      <dgm:prSet presAssocID="{7FDB0A4B-68B4-484E-8707-69F686FED103}" presName="compNode" presStyleCnt="0"/>
      <dgm:spPr/>
    </dgm:pt>
    <dgm:pt modelId="{1872E92B-8B81-4229-809F-5C334103B3C9}" type="pres">
      <dgm:prSet presAssocID="{7FDB0A4B-68B4-484E-8707-69F686FED103}" presName="bgRect" presStyleLbl="bgShp" presStyleIdx="3" presStyleCnt="6"/>
      <dgm:spPr/>
    </dgm:pt>
    <dgm:pt modelId="{1F39B630-435E-4300-A674-4C739744B34E}" type="pres">
      <dgm:prSet presAssocID="{7FDB0A4B-68B4-484E-8707-69F686FED103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84CE33D-0857-4DDA-897C-1B7E0885A555}" type="pres">
      <dgm:prSet presAssocID="{7FDB0A4B-68B4-484E-8707-69F686FED103}" presName="spaceRect" presStyleCnt="0"/>
      <dgm:spPr/>
    </dgm:pt>
    <dgm:pt modelId="{DC0EBBF1-C889-41F1-9FF0-DCD685569EEC}" type="pres">
      <dgm:prSet presAssocID="{7FDB0A4B-68B4-484E-8707-69F686FED103}" presName="parTx" presStyleLbl="revTx" presStyleIdx="3" presStyleCnt="6">
        <dgm:presLayoutVars>
          <dgm:chMax val="0"/>
          <dgm:chPref val="0"/>
        </dgm:presLayoutVars>
      </dgm:prSet>
      <dgm:spPr/>
    </dgm:pt>
    <dgm:pt modelId="{43F34C69-05CA-4F8F-8C82-C70FED0DAD4F}" type="pres">
      <dgm:prSet presAssocID="{892A2DC5-B660-46DF-BC33-4733F7A30813}" presName="sibTrans" presStyleCnt="0"/>
      <dgm:spPr/>
    </dgm:pt>
    <dgm:pt modelId="{4E46D589-0CC6-428E-8FE6-81DC377A7DE4}" type="pres">
      <dgm:prSet presAssocID="{68774A2B-522E-4090-8D58-C9ADA55A7F72}" presName="compNode" presStyleCnt="0"/>
      <dgm:spPr/>
    </dgm:pt>
    <dgm:pt modelId="{7CE7BE44-7B4F-4E31-AA51-84640332656C}" type="pres">
      <dgm:prSet presAssocID="{68774A2B-522E-4090-8D58-C9ADA55A7F72}" presName="bgRect" presStyleLbl="bgShp" presStyleIdx="4" presStyleCnt="6"/>
      <dgm:spPr/>
    </dgm:pt>
    <dgm:pt modelId="{A7B57F47-905A-4B27-B610-E7892E25CE22}" type="pres">
      <dgm:prSet presAssocID="{68774A2B-522E-4090-8D58-C9ADA55A7F7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D8353AB5-686A-4E70-967B-FBE869B53994}" type="pres">
      <dgm:prSet presAssocID="{68774A2B-522E-4090-8D58-C9ADA55A7F72}" presName="spaceRect" presStyleCnt="0"/>
      <dgm:spPr/>
    </dgm:pt>
    <dgm:pt modelId="{A7F62C8E-95F0-46B2-858D-6344AC7D4603}" type="pres">
      <dgm:prSet presAssocID="{68774A2B-522E-4090-8D58-C9ADA55A7F72}" presName="parTx" presStyleLbl="revTx" presStyleIdx="4" presStyleCnt="6">
        <dgm:presLayoutVars>
          <dgm:chMax val="0"/>
          <dgm:chPref val="0"/>
        </dgm:presLayoutVars>
      </dgm:prSet>
      <dgm:spPr/>
    </dgm:pt>
    <dgm:pt modelId="{C3283FB6-3AE0-4F0B-B518-4F5171AA0951}" type="pres">
      <dgm:prSet presAssocID="{F0BFD9E0-9B80-4E17-95AF-D1B701A56D63}" presName="sibTrans" presStyleCnt="0"/>
      <dgm:spPr/>
    </dgm:pt>
    <dgm:pt modelId="{E278CA56-90EA-4A98-88D9-D146F3AA3348}" type="pres">
      <dgm:prSet presAssocID="{B21169D1-B45C-46EB-9BCE-5E9DF6684039}" presName="compNode" presStyleCnt="0"/>
      <dgm:spPr/>
    </dgm:pt>
    <dgm:pt modelId="{F07F8BB4-319D-4485-BBD5-F822BEF57BED}" type="pres">
      <dgm:prSet presAssocID="{B21169D1-B45C-46EB-9BCE-5E9DF6684039}" presName="bgRect" presStyleLbl="bgShp" presStyleIdx="5" presStyleCnt="6"/>
      <dgm:spPr/>
    </dgm:pt>
    <dgm:pt modelId="{CC68B818-B7AD-4962-B14D-36700186E4B7}" type="pres">
      <dgm:prSet presAssocID="{B21169D1-B45C-46EB-9BCE-5E9DF668403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D4EDA20-7E2E-4BBE-B2F6-EB35EDD2CA38}" type="pres">
      <dgm:prSet presAssocID="{B21169D1-B45C-46EB-9BCE-5E9DF6684039}" presName="spaceRect" presStyleCnt="0"/>
      <dgm:spPr/>
    </dgm:pt>
    <dgm:pt modelId="{971BADC4-3EDE-44AE-8B68-FE35D36EEE0E}" type="pres">
      <dgm:prSet presAssocID="{B21169D1-B45C-46EB-9BCE-5E9DF668403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CA77C0A-3149-46BC-AE2B-401279274041}" srcId="{40773F55-3014-43F0-804F-14AB302EC142}" destId="{61778063-F6D4-45A4-926E-6128554AF6FE}" srcOrd="2" destOrd="0" parTransId="{1C194041-507A-4F39-B4FF-8809E3FAB8A5}" sibTransId="{E6E26DC9-6690-49E1-B2E1-FA163E55DD46}"/>
    <dgm:cxn modelId="{6FA91B14-0608-44D5-8595-6C5F5094CEA1}" type="presOf" srcId="{7FDB0A4B-68B4-484E-8707-69F686FED103}" destId="{DC0EBBF1-C889-41F1-9FF0-DCD685569EEC}" srcOrd="0" destOrd="0" presId="urn:microsoft.com/office/officeart/2018/2/layout/IconVerticalSolidList"/>
    <dgm:cxn modelId="{FB12D72E-13A3-419D-B052-8B34F79D147E}" type="presOf" srcId="{D7FE6BA7-5ACE-4048-892D-220721D2A139}" destId="{B4167CA9-2AD3-4683-BE5E-7050D8574D48}" srcOrd="0" destOrd="0" presId="urn:microsoft.com/office/officeart/2018/2/layout/IconVerticalSolidList"/>
    <dgm:cxn modelId="{0B6AD064-FB03-4C1B-A465-F09FD81BF21D}" srcId="{40773F55-3014-43F0-804F-14AB302EC142}" destId="{B21169D1-B45C-46EB-9BCE-5E9DF6684039}" srcOrd="5" destOrd="0" parTransId="{C69346A1-ADCC-4414-A7FC-DAC6E313AE02}" sibTransId="{521A90F6-0658-42B0-B87B-9AECBCEEA004}"/>
    <dgm:cxn modelId="{63241265-CA78-4B40-9F10-B790D4FE7C64}" srcId="{40773F55-3014-43F0-804F-14AB302EC142}" destId="{68774A2B-522E-4090-8D58-C9ADA55A7F72}" srcOrd="4" destOrd="0" parTransId="{2F0A8810-BD4C-4C42-9129-F951D5A082A9}" sibTransId="{F0BFD9E0-9B80-4E17-95AF-D1B701A56D63}"/>
    <dgm:cxn modelId="{EF17CB50-6417-4BA6-A167-5F6143D8B1D4}" type="presOf" srcId="{68774A2B-522E-4090-8D58-C9ADA55A7F72}" destId="{A7F62C8E-95F0-46B2-858D-6344AC7D4603}" srcOrd="0" destOrd="0" presId="urn:microsoft.com/office/officeart/2018/2/layout/IconVerticalSolidList"/>
    <dgm:cxn modelId="{12A44275-C1E1-44B1-8007-B5FC214FB5C0}" srcId="{40773F55-3014-43F0-804F-14AB302EC142}" destId="{1E55ED35-C12F-46F7-8B32-1E9FE12B4852}" srcOrd="1" destOrd="0" parTransId="{79627904-18F8-4511-83E1-41D947A4262D}" sibTransId="{E0EA12E8-5FFE-4CF8-B3F1-0C177F88919F}"/>
    <dgm:cxn modelId="{83CCEE78-7A69-4BF9-AE01-1E76FEC9024C}" srcId="{40773F55-3014-43F0-804F-14AB302EC142}" destId="{7FDB0A4B-68B4-484E-8707-69F686FED103}" srcOrd="3" destOrd="0" parTransId="{9E9CFBA6-D27A-44E5-8312-059623459C5D}" sibTransId="{892A2DC5-B660-46DF-BC33-4733F7A30813}"/>
    <dgm:cxn modelId="{3F7C3AC1-1A1D-4CB5-A56F-CCD7C26FFB62}" type="presOf" srcId="{61778063-F6D4-45A4-926E-6128554AF6FE}" destId="{9A4CB26A-F9C8-4A58-8D90-971CE2A6F0C3}" srcOrd="0" destOrd="0" presId="urn:microsoft.com/office/officeart/2018/2/layout/IconVerticalSolidList"/>
    <dgm:cxn modelId="{E57226CC-6063-4178-BB07-1DD0C7062CA0}" type="presOf" srcId="{40773F55-3014-43F0-804F-14AB302EC142}" destId="{88EBCEDA-2544-4B71-848A-4EFEB17062C0}" srcOrd="0" destOrd="0" presId="urn:microsoft.com/office/officeart/2018/2/layout/IconVerticalSolidList"/>
    <dgm:cxn modelId="{15254ACD-C885-4F9A-AC1C-F5C3DF36CA47}" type="presOf" srcId="{B21169D1-B45C-46EB-9BCE-5E9DF6684039}" destId="{971BADC4-3EDE-44AE-8B68-FE35D36EEE0E}" srcOrd="0" destOrd="0" presId="urn:microsoft.com/office/officeart/2018/2/layout/IconVerticalSolidList"/>
    <dgm:cxn modelId="{D49174D2-0913-413A-8487-135D6DA6A80F}" type="presOf" srcId="{1E55ED35-C12F-46F7-8B32-1E9FE12B4852}" destId="{6F85C077-E72B-4D86-873A-D416EF880FBB}" srcOrd="0" destOrd="0" presId="urn:microsoft.com/office/officeart/2018/2/layout/IconVerticalSolidList"/>
    <dgm:cxn modelId="{6B2973D6-539F-44E0-A47C-91E36F453EC9}" srcId="{40773F55-3014-43F0-804F-14AB302EC142}" destId="{D7FE6BA7-5ACE-4048-892D-220721D2A139}" srcOrd="0" destOrd="0" parTransId="{D560D996-1031-4E16-A6E3-D5FFBD624D6D}" sibTransId="{37F6CB6D-CA1D-46BB-A277-F892D43C7902}"/>
    <dgm:cxn modelId="{A2713C57-8BB6-4CF6-B376-2E486BE0D09D}" type="presParOf" srcId="{88EBCEDA-2544-4B71-848A-4EFEB17062C0}" destId="{6569E269-B020-4BD3-920C-C0B7166C4F14}" srcOrd="0" destOrd="0" presId="urn:microsoft.com/office/officeart/2018/2/layout/IconVerticalSolidList"/>
    <dgm:cxn modelId="{D6A46C92-AD5B-42AF-A34B-D5C9400D0B5B}" type="presParOf" srcId="{6569E269-B020-4BD3-920C-C0B7166C4F14}" destId="{F7A85E47-BFDB-47FF-BE44-9F2A05E96A2F}" srcOrd="0" destOrd="0" presId="urn:microsoft.com/office/officeart/2018/2/layout/IconVerticalSolidList"/>
    <dgm:cxn modelId="{AEC9F78D-C509-4A07-BFBE-388028F47167}" type="presParOf" srcId="{6569E269-B020-4BD3-920C-C0B7166C4F14}" destId="{D6D87914-70A1-4B1D-8C87-A6C73D85410C}" srcOrd="1" destOrd="0" presId="urn:microsoft.com/office/officeart/2018/2/layout/IconVerticalSolidList"/>
    <dgm:cxn modelId="{A97F982C-7C14-4E25-BEF3-43042F01F6E9}" type="presParOf" srcId="{6569E269-B020-4BD3-920C-C0B7166C4F14}" destId="{9D936244-A843-431C-945D-A1B544772B49}" srcOrd="2" destOrd="0" presId="urn:microsoft.com/office/officeart/2018/2/layout/IconVerticalSolidList"/>
    <dgm:cxn modelId="{3FE83E35-FD74-4CE5-A3AB-A50EB95A68D9}" type="presParOf" srcId="{6569E269-B020-4BD3-920C-C0B7166C4F14}" destId="{B4167CA9-2AD3-4683-BE5E-7050D8574D48}" srcOrd="3" destOrd="0" presId="urn:microsoft.com/office/officeart/2018/2/layout/IconVerticalSolidList"/>
    <dgm:cxn modelId="{8687EDAE-C9E2-4092-BB91-8817E9796935}" type="presParOf" srcId="{88EBCEDA-2544-4B71-848A-4EFEB17062C0}" destId="{7F02B1F9-07FD-4D35-BADA-C9E31443BBA3}" srcOrd="1" destOrd="0" presId="urn:microsoft.com/office/officeart/2018/2/layout/IconVerticalSolidList"/>
    <dgm:cxn modelId="{47C88993-B7DC-4662-9CB2-4185B4685524}" type="presParOf" srcId="{88EBCEDA-2544-4B71-848A-4EFEB17062C0}" destId="{DAD83314-BB6B-44A2-9DED-EB62D4E5B30D}" srcOrd="2" destOrd="0" presId="urn:microsoft.com/office/officeart/2018/2/layout/IconVerticalSolidList"/>
    <dgm:cxn modelId="{61431F6C-A53A-4C0F-AB9E-5AD721FD17C6}" type="presParOf" srcId="{DAD83314-BB6B-44A2-9DED-EB62D4E5B30D}" destId="{B0A46170-C509-4967-AF0A-62BBBBB178A4}" srcOrd="0" destOrd="0" presId="urn:microsoft.com/office/officeart/2018/2/layout/IconVerticalSolidList"/>
    <dgm:cxn modelId="{B19A88F5-CAC2-4EFC-8F82-D87A6A519E00}" type="presParOf" srcId="{DAD83314-BB6B-44A2-9DED-EB62D4E5B30D}" destId="{BBF13898-5318-4F31-A77B-925B002161D5}" srcOrd="1" destOrd="0" presId="urn:microsoft.com/office/officeart/2018/2/layout/IconVerticalSolidList"/>
    <dgm:cxn modelId="{A993F544-F99D-4386-8A7C-621C7DD5BB5E}" type="presParOf" srcId="{DAD83314-BB6B-44A2-9DED-EB62D4E5B30D}" destId="{4C174E31-7322-461D-AE62-019726963EC6}" srcOrd="2" destOrd="0" presId="urn:microsoft.com/office/officeart/2018/2/layout/IconVerticalSolidList"/>
    <dgm:cxn modelId="{E7F0E441-AF19-4713-A005-A917F2FB1CD8}" type="presParOf" srcId="{DAD83314-BB6B-44A2-9DED-EB62D4E5B30D}" destId="{6F85C077-E72B-4D86-873A-D416EF880FBB}" srcOrd="3" destOrd="0" presId="urn:microsoft.com/office/officeart/2018/2/layout/IconVerticalSolidList"/>
    <dgm:cxn modelId="{DDAD51F6-3A83-4EA4-884B-82B7E4D20DF8}" type="presParOf" srcId="{88EBCEDA-2544-4B71-848A-4EFEB17062C0}" destId="{25B9F8B0-57A6-475B-B264-B86C4056AACD}" srcOrd="3" destOrd="0" presId="urn:microsoft.com/office/officeart/2018/2/layout/IconVerticalSolidList"/>
    <dgm:cxn modelId="{BD6A69B1-4B3A-4738-8EB1-DAAFF5B2935F}" type="presParOf" srcId="{88EBCEDA-2544-4B71-848A-4EFEB17062C0}" destId="{34DA30F1-5961-47F3-94C3-161C7E9D5ADB}" srcOrd="4" destOrd="0" presId="urn:microsoft.com/office/officeart/2018/2/layout/IconVerticalSolidList"/>
    <dgm:cxn modelId="{C63AD525-D240-43D3-AD16-ED97A2242F8D}" type="presParOf" srcId="{34DA30F1-5961-47F3-94C3-161C7E9D5ADB}" destId="{3CFC401D-2087-41AE-95B8-C504FF667A79}" srcOrd="0" destOrd="0" presId="urn:microsoft.com/office/officeart/2018/2/layout/IconVerticalSolidList"/>
    <dgm:cxn modelId="{D2F825D5-04ED-4C04-AD03-3D6EFD85930F}" type="presParOf" srcId="{34DA30F1-5961-47F3-94C3-161C7E9D5ADB}" destId="{99F29E0F-A4AD-4CDE-8C77-5F4AE441B17C}" srcOrd="1" destOrd="0" presId="urn:microsoft.com/office/officeart/2018/2/layout/IconVerticalSolidList"/>
    <dgm:cxn modelId="{51647B01-B2E8-4DAC-8811-C5CE7D9511A4}" type="presParOf" srcId="{34DA30F1-5961-47F3-94C3-161C7E9D5ADB}" destId="{9BB6F964-1D07-4752-AE95-2B9676C3D904}" srcOrd="2" destOrd="0" presId="urn:microsoft.com/office/officeart/2018/2/layout/IconVerticalSolidList"/>
    <dgm:cxn modelId="{78F88BB2-B59E-4E77-AD48-8794D4C48150}" type="presParOf" srcId="{34DA30F1-5961-47F3-94C3-161C7E9D5ADB}" destId="{9A4CB26A-F9C8-4A58-8D90-971CE2A6F0C3}" srcOrd="3" destOrd="0" presId="urn:microsoft.com/office/officeart/2018/2/layout/IconVerticalSolidList"/>
    <dgm:cxn modelId="{850A9052-09E3-4860-B217-94ADD1988986}" type="presParOf" srcId="{88EBCEDA-2544-4B71-848A-4EFEB17062C0}" destId="{13129CA7-3B55-48B0-AA33-8E37CCF42A09}" srcOrd="5" destOrd="0" presId="urn:microsoft.com/office/officeart/2018/2/layout/IconVerticalSolidList"/>
    <dgm:cxn modelId="{D2F8A4DC-3F8D-449D-BFA6-FF3E7E7005FD}" type="presParOf" srcId="{88EBCEDA-2544-4B71-848A-4EFEB17062C0}" destId="{0A4B991E-D1DA-40CF-B3BF-91F1183E3CD6}" srcOrd="6" destOrd="0" presId="urn:microsoft.com/office/officeart/2018/2/layout/IconVerticalSolidList"/>
    <dgm:cxn modelId="{BD67BE18-CD79-4B67-B29F-CAD5BDFC0B60}" type="presParOf" srcId="{0A4B991E-D1DA-40CF-B3BF-91F1183E3CD6}" destId="{1872E92B-8B81-4229-809F-5C334103B3C9}" srcOrd="0" destOrd="0" presId="urn:microsoft.com/office/officeart/2018/2/layout/IconVerticalSolidList"/>
    <dgm:cxn modelId="{39DBFE59-B768-4C2C-823D-DCD463BE5458}" type="presParOf" srcId="{0A4B991E-D1DA-40CF-B3BF-91F1183E3CD6}" destId="{1F39B630-435E-4300-A674-4C739744B34E}" srcOrd="1" destOrd="0" presId="urn:microsoft.com/office/officeart/2018/2/layout/IconVerticalSolidList"/>
    <dgm:cxn modelId="{77B22EC8-23D9-4EE1-8D91-069380B036A1}" type="presParOf" srcId="{0A4B991E-D1DA-40CF-B3BF-91F1183E3CD6}" destId="{C84CE33D-0857-4DDA-897C-1B7E0885A555}" srcOrd="2" destOrd="0" presId="urn:microsoft.com/office/officeart/2018/2/layout/IconVerticalSolidList"/>
    <dgm:cxn modelId="{8A316D21-0D9D-4F45-9CDE-DACCE06200F2}" type="presParOf" srcId="{0A4B991E-D1DA-40CF-B3BF-91F1183E3CD6}" destId="{DC0EBBF1-C889-41F1-9FF0-DCD685569EEC}" srcOrd="3" destOrd="0" presId="urn:microsoft.com/office/officeart/2018/2/layout/IconVerticalSolidList"/>
    <dgm:cxn modelId="{1E1E9DB2-4958-4C99-AC44-ACF27A0F1D3D}" type="presParOf" srcId="{88EBCEDA-2544-4B71-848A-4EFEB17062C0}" destId="{43F34C69-05CA-4F8F-8C82-C70FED0DAD4F}" srcOrd="7" destOrd="0" presId="urn:microsoft.com/office/officeart/2018/2/layout/IconVerticalSolidList"/>
    <dgm:cxn modelId="{FCE3E405-9556-469C-A2EF-9296F69354E2}" type="presParOf" srcId="{88EBCEDA-2544-4B71-848A-4EFEB17062C0}" destId="{4E46D589-0CC6-428E-8FE6-81DC377A7DE4}" srcOrd="8" destOrd="0" presId="urn:microsoft.com/office/officeart/2018/2/layout/IconVerticalSolidList"/>
    <dgm:cxn modelId="{0EAA0045-589B-4BAE-A1DF-336980EC6403}" type="presParOf" srcId="{4E46D589-0CC6-428E-8FE6-81DC377A7DE4}" destId="{7CE7BE44-7B4F-4E31-AA51-84640332656C}" srcOrd="0" destOrd="0" presId="urn:microsoft.com/office/officeart/2018/2/layout/IconVerticalSolidList"/>
    <dgm:cxn modelId="{4931AD51-AA78-40D4-B122-E4BB757E10E7}" type="presParOf" srcId="{4E46D589-0CC6-428E-8FE6-81DC377A7DE4}" destId="{A7B57F47-905A-4B27-B610-E7892E25CE22}" srcOrd="1" destOrd="0" presId="urn:microsoft.com/office/officeart/2018/2/layout/IconVerticalSolidList"/>
    <dgm:cxn modelId="{0B59D4DE-DD2F-43BB-B60F-6523C599A8A9}" type="presParOf" srcId="{4E46D589-0CC6-428E-8FE6-81DC377A7DE4}" destId="{D8353AB5-686A-4E70-967B-FBE869B53994}" srcOrd="2" destOrd="0" presId="urn:microsoft.com/office/officeart/2018/2/layout/IconVerticalSolidList"/>
    <dgm:cxn modelId="{E994442D-024D-490B-BC02-92BA97B2F246}" type="presParOf" srcId="{4E46D589-0CC6-428E-8FE6-81DC377A7DE4}" destId="{A7F62C8E-95F0-46B2-858D-6344AC7D4603}" srcOrd="3" destOrd="0" presId="urn:microsoft.com/office/officeart/2018/2/layout/IconVerticalSolidList"/>
    <dgm:cxn modelId="{7383402B-3BC0-4878-B747-AFAE49A5ADFD}" type="presParOf" srcId="{88EBCEDA-2544-4B71-848A-4EFEB17062C0}" destId="{C3283FB6-3AE0-4F0B-B518-4F5171AA0951}" srcOrd="9" destOrd="0" presId="urn:microsoft.com/office/officeart/2018/2/layout/IconVerticalSolidList"/>
    <dgm:cxn modelId="{16F889C3-A2C9-4B64-95F9-4F5959E69380}" type="presParOf" srcId="{88EBCEDA-2544-4B71-848A-4EFEB17062C0}" destId="{E278CA56-90EA-4A98-88D9-D146F3AA3348}" srcOrd="10" destOrd="0" presId="urn:microsoft.com/office/officeart/2018/2/layout/IconVerticalSolidList"/>
    <dgm:cxn modelId="{6D06975D-C611-4EE3-B135-73124790C325}" type="presParOf" srcId="{E278CA56-90EA-4A98-88D9-D146F3AA3348}" destId="{F07F8BB4-319D-4485-BBD5-F822BEF57BED}" srcOrd="0" destOrd="0" presId="urn:microsoft.com/office/officeart/2018/2/layout/IconVerticalSolidList"/>
    <dgm:cxn modelId="{CE7B7C79-58B0-443D-A505-3104A0B84CC2}" type="presParOf" srcId="{E278CA56-90EA-4A98-88D9-D146F3AA3348}" destId="{CC68B818-B7AD-4962-B14D-36700186E4B7}" srcOrd="1" destOrd="0" presId="urn:microsoft.com/office/officeart/2018/2/layout/IconVerticalSolidList"/>
    <dgm:cxn modelId="{6E580B3D-EE87-4093-96CC-2F8AC0C512D1}" type="presParOf" srcId="{E278CA56-90EA-4A98-88D9-D146F3AA3348}" destId="{AD4EDA20-7E2E-4BBE-B2F6-EB35EDD2CA38}" srcOrd="2" destOrd="0" presId="urn:microsoft.com/office/officeart/2018/2/layout/IconVerticalSolidList"/>
    <dgm:cxn modelId="{F10757BD-9311-4997-ADA4-E4CC9D6636AF}" type="presParOf" srcId="{E278CA56-90EA-4A98-88D9-D146F3AA3348}" destId="{971BADC4-3EDE-44AE-8B68-FE35D36EEE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BB4BC1-211B-42B8-AD4F-E36A6D611E8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8F4E993-4DCD-429E-B1CF-0FBBE5E21BC2}">
      <dgm:prSet/>
      <dgm:spPr/>
      <dgm:t>
        <a:bodyPr/>
        <a:lstStyle/>
        <a:p>
          <a:pPr>
            <a:defRPr cap="all"/>
          </a:pPr>
          <a:r>
            <a:rPr lang="en-US"/>
            <a:t>The project successfully analyzed customer churn using Excel, SQL, Python, and Power BI. </a:t>
          </a:r>
        </a:p>
      </dgm:t>
    </dgm:pt>
    <dgm:pt modelId="{D55B8EFA-063F-4F50-8DA1-CAC59147E602}" type="parTrans" cxnId="{2657C71D-26FC-4E1A-B96E-40A2DDD3DF22}">
      <dgm:prSet/>
      <dgm:spPr/>
      <dgm:t>
        <a:bodyPr/>
        <a:lstStyle/>
        <a:p>
          <a:endParaRPr lang="en-US"/>
        </a:p>
      </dgm:t>
    </dgm:pt>
    <dgm:pt modelId="{F95FECF0-21B0-4F88-ABA6-5A9DA75123FE}" type="sibTrans" cxnId="{2657C71D-26FC-4E1A-B96E-40A2DDD3DF22}">
      <dgm:prSet/>
      <dgm:spPr/>
      <dgm:t>
        <a:bodyPr/>
        <a:lstStyle/>
        <a:p>
          <a:endParaRPr lang="en-US"/>
        </a:p>
      </dgm:t>
    </dgm:pt>
    <dgm:pt modelId="{A9397FCD-B608-46A6-8A77-2BEC9955BB6D}">
      <dgm:prSet/>
      <dgm:spPr/>
      <dgm:t>
        <a:bodyPr/>
        <a:lstStyle/>
        <a:p>
          <a:pPr>
            <a:defRPr cap="all"/>
          </a:pPr>
          <a:r>
            <a:rPr lang="en-US"/>
            <a:t>The analysis identified several customer characteristics associated with observed churn. </a:t>
          </a:r>
        </a:p>
      </dgm:t>
    </dgm:pt>
    <dgm:pt modelId="{6ACF3DDD-7DF5-489C-94A0-CB3C8559839A}" type="parTrans" cxnId="{8911902C-BD60-4973-8F38-DC82D19ADB93}">
      <dgm:prSet/>
      <dgm:spPr/>
      <dgm:t>
        <a:bodyPr/>
        <a:lstStyle/>
        <a:p>
          <a:endParaRPr lang="en-US"/>
        </a:p>
      </dgm:t>
    </dgm:pt>
    <dgm:pt modelId="{26404192-4989-4D0B-BE80-6D5DA588FA00}" type="sibTrans" cxnId="{8911902C-BD60-4973-8F38-DC82D19ADB93}">
      <dgm:prSet/>
      <dgm:spPr/>
      <dgm:t>
        <a:bodyPr/>
        <a:lstStyle/>
        <a:p>
          <a:endParaRPr lang="en-US"/>
        </a:p>
      </dgm:t>
    </dgm:pt>
    <dgm:pt modelId="{5FDBEC32-9269-41B5-946A-07D7C806298E}">
      <dgm:prSet/>
      <dgm:spPr/>
      <dgm:t>
        <a:bodyPr/>
        <a:lstStyle/>
        <a:p>
          <a:pPr>
            <a:defRPr cap="all"/>
          </a:pPr>
          <a:r>
            <a:rPr lang="en-US"/>
            <a:t>Power BI provided an interactive way to monitor churn KPIs and customer segments. </a:t>
          </a:r>
        </a:p>
      </dgm:t>
    </dgm:pt>
    <dgm:pt modelId="{D505A016-47D9-4A1F-BBB4-D7F74978F694}" type="parTrans" cxnId="{9795D405-E0AA-48F4-B745-851FDFD7572A}">
      <dgm:prSet/>
      <dgm:spPr/>
      <dgm:t>
        <a:bodyPr/>
        <a:lstStyle/>
        <a:p>
          <a:endParaRPr lang="en-US"/>
        </a:p>
      </dgm:t>
    </dgm:pt>
    <dgm:pt modelId="{F39E271B-FD54-4B12-9207-E37964DEA6D4}" type="sibTrans" cxnId="{9795D405-E0AA-48F4-B745-851FDFD7572A}">
      <dgm:prSet/>
      <dgm:spPr/>
      <dgm:t>
        <a:bodyPr/>
        <a:lstStyle/>
        <a:p>
          <a:endParaRPr lang="en-US"/>
        </a:p>
      </dgm:t>
    </dgm:pt>
    <dgm:pt modelId="{3B825407-F46C-4431-A340-ED006641FE2A}">
      <dgm:prSet/>
      <dgm:spPr/>
      <dgm:t>
        <a:bodyPr/>
        <a:lstStyle/>
        <a:p>
          <a:pPr>
            <a:defRPr cap="all"/>
          </a:pPr>
          <a:r>
            <a:rPr lang="en-US"/>
            <a:t>The findings can support targeted customer retention strategies. </a:t>
          </a:r>
        </a:p>
      </dgm:t>
    </dgm:pt>
    <dgm:pt modelId="{080FBAE3-E5C6-4A97-9298-44C3B1F43D4A}" type="parTrans" cxnId="{1FAFCB64-AB9F-4D42-AD0B-1596157DA8E1}">
      <dgm:prSet/>
      <dgm:spPr/>
      <dgm:t>
        <a:bodyPr/>
        <a:lstStyle/>
        <a:p>
          <a:endParaRPr lang="en-US"/>
        </a:p>
      </dgm:t>
    </dgm:pt>
    <dgm:pt modelId="{69B637C8-6A3C-4601-91ED-8A53ECC01915}" type="sibTrans" cxnId="{1FAFCB64-AB9F-4D42-AD0B-1596157DA8E1}">
      <dgm:prSet/>
      <dgm:spPr/>
      <dgm:t>
        <a:bodyPr/>
        <a:lstStyle/>
        <a:p>
          <a:endParaRPr lang="en-US"/>
        </a:p>
      </dgm:t>
    </dgm:pt>
    <dgm:pt modelId="{E446892C-2B07-498E-B028-9E1BB96D6277}">
      <dgm:prSet/>
      <dgm:spPr/>
      <dgm:t>
        <a:bodyPr/>
        <a:lstStyle/>
        <a:p>
          <a:pPr>
            <a:defRPr cap="all"/>
          </a:pPr>
          <a:r>
            <a:rPr lang="en-US"/>
            <a:t>A larger historical dataset would provide stronger evidence for reliable churn patterns.</a:t>
          </a:r>
        </a:p>
      </dgm:t>
    </dgm:pt>
    <dgm:pt modelId="{852014E6-091A-4A09-A077-86260B61FCC8}" type="parTrans" cxnId="{2AC0E2EB-2E0D-4704-B331-CE1701F27B3F}">
      <dgm:prSet/>
      <dgm:spPr/>
      <dgm:t>
        <a:bodyPr/>
        <a:lstStyle/>
        <a:p>
          <a:endParaRPr lang="en-US"/>
        </a:p>
      </dgm:t>
    </dgm:pt>
    <dgm:pt modelId="{780541AC-B76E-42DE-B3B8-F0E546BC6AD4}" type="sibTrans" cxnId="{2AC0E2EB-2E0D-4704-B331-CE1701F27B3F}">
      <dgm:prSet/>
      <dgm:spPr/>
      <dgm:t>
        <a:bodyPr/>
        <a:lstStyle/>
        <a:p>
          <a:endParaRPr lang="en-US"/>
        </a:p>
      </dgm:t>
    </dgm:pt>
    <dgm:pt modelId="{8B2F2FA0-A99A-4FE6-9B26-DCC41D0BA8BD}" type="pres">
      <dgm:prSet presAssocID="{2FBB4BC1-211B-42B8-AD4F-E36A6D611E8F}" presName="root" presStyleCnt="0">
        <dgm:presLayoutVars>
          <dgm:dir/>
          <dgm:resizeHandles val="exact"/>
        </dgm:presLayoutVars>
      </dgm:prSet>
      <dgm:spPr/>
    </dgm:pt>
    <dgm:pt modelId="{DC6DE8E6-54DB-4441-A5F1-D6060ED37C9C}" type="pres">
      <dgm:prSet presAssocID="{78F4E993-4DCD-429E-B1CF-0FBBE5E21BC2}" presName="compNode" presStyleCnt="0"/>
      <dgm:spPr/>
    </dgm:pt>
    <dgm:pt modelId="{171A5C19-AAB8-4C66-AABD-E8582A1754E6}" type="pres">
      <dgm:prSet presAssocID="{78F4E993-4DCD-429E-B1CF-0FBBE5E21BC2}" presName="iconBgRect" presStyleLbl="bgShp" presStyleIdx="0" presStyleCnt="5"/>
      <dgm:spPr/>
    </dgm:pt>
    <dgm:pt modelId="{4F6F7D8B-C35F-43B5-AC2A-1816C9AF7762}" type="pres">
      <dgm:prSet presAssocID="{78F4E993-4DCD-429E-B1CF-0FBBE5E21BC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0C725B9-060C-42DF-8201-C589F6017A34}" type="pres">
      <dgm:prSet presAssocID="{78F4E993-4DCD-429E-B1CF-0FBBE5E21BC2}" presName="spaceRect" presStyleCnt="0"/>
      <dgm:spPr/>
    </dgm:pt>
    <dgm:pt modelId="{1B31CECC-1D82-4FC3-A3E2-AA566277A71C}" type="pres">
      <dgm:prSet presAssocID="{78F4E993-4DCD-429E-B1CF-0FBBE5E21BC2}" presName="textRect" presStyleLbl="revTx" presStyleIdx="0" presStyleCnt="5">
        <dgm:presLayoutVars>
          <dgm:chMax val="1"/>
          <dgm:chPref val="1"/>
        </dgm:presLayoutVars>
      </dgm:prSet>
      <dgm:spPr/>
    </dgm:pt>
    <dgm:pt modelId="{F9AA47BB-8825-4FE8-9DB5-2C56C563EDF0}" type="pres">
      <dgm:prSet presAssocID="{F95FECF0-21B0-4F88-ABA6-5A9DA75123FE}" presName="sibTrans" presStyleCnt="0"/>
      <dgm:spPr/>
    </dgm:pt>
    <dgm:pt modelId="{9335C1D4-F108-4421-8BC7-DD90C22C4A37}" type="pres">
      <dgm:prSet presAssocID="{A9397FCD-B608-46A6-8A77-2BEC9955BB6D}" presName="compNode" presStyleCnt="0"/>
      <dgm:spPr/>
    </dgm:pt>
    <dgm:pt modelId="{006BBADE-38C3-434B-A7B6-5381F7E6EF7B}" type="pres">
      <dgm:prSet presAssocID="{A9397FCD-B608-46A6-8A77-2BEC9955BB6D}" presName="iconBgRect" presStyleLbl="bgShp" presStyleIdx="1" presStyleCnt="5"/>
      <dgm:spPr/>
    </dgm:pt>
    <dgm:pt modelId="{A0DAAA81-237C-40C9-80F4-8ED054109C2E}" type="pres">
      <dgm:prSet presAssocID="{A9397FCD-B608-46A6-8A77-2BEC9955BB6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07ABB91-5354-48EE-B62A-CB70F942E797}" type="pres">
      <dgm:prSet presAssocID="{A9397FCD-B608-46A6-8A77-2BEC9955BB6D}" presName="spaceRect" presStyleCnt="0"/>
      <dgm:spPr/>
    </dgm:pt>
    <dgm:pt modelId="{80D8F2D0-2122-4DB2-9B4F-DE2236207FB3}" type="pres">
      <dgm:prSet presAssocID="{A9397FCD-B608-46A6-8A77-2BEC9955BB6D}" presName="textRect" presStyleLbl="revTx" presStyleIdx="1" presStyleCnt="5">
        <dgm:presLayoutVars>
          <dgm:chMax val="1"/>
          <dgm:chPref val="1"/>
        </dgm:presLayoutVars>
      </dgm:prSet>
      <dgm:spPr/>
    </dgm:pt>
    <dgm:pt modelId="{4A34C799-8D04-48F5-AE98-E87A354A851F}" type="pres">
      <dgm:prSet presAssocID="{26404192-4989-4D0B-BE80-6D5DA588FA00}" presName="sibTrans" presStyleCnt="0"/>
      <dgm:spPr/>
    </dgm:pt>
    <dgm:pt modelId="{97361F2F-AFC7-4F8D-A170-210658FEDB75}" type="pres">
      <dgm:prSet presAssocID="{5FDBEC32-9269-41B5-946A-07D7C806298E}" presName="compNode" presStyleCnt="0"/>
      <dgm:spPr/>
    </dgm:pt>
    <dgm:pt modelId="{CF385E94-CD93-469D-ABB2-0BE2D0298780}" type="pres">
      <dgm:prSet presAssocID="{5FDBEC32-9269-41B5-946A-07D7C806298E}" presName="iconBgRect" presStyleLbl="bgShp" presStyleIdx="2" presStyleCnt="5"/>
      <dgm:spPr/>
    </dgm:pt>
    <dgm:pt modelId="{4ABDF40F-7B59-4850-B0FF-92249A5721CB}" type="pres">
      <dgm:prSet presAssocID="{5FDBEC32-9269-41B5-946A-07D7C806298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2D3B2A9-4736-46B1-9765-B18DA79E839D}" type="pres">
      <dgm:prSet presAssocID="{5FDBEC32-9269-41B5-946A-07D7C806298E}" presName="spaceRect" presStyleCnt="0"/>
      <dgm:spPr/>
    </dgm:pt>
    <dgm:pt modelId="{7A4A4382-685E-4457-8FBE-5FCDB2245E96}" type="pres">
      <dgm:prSet presAssocID="{5FDBEC32-9269-41B5-946A-07D7C806298E}" presName="textRect" presStyleLbl="revTx" presStyleIdx="2" presStyleCnt="5">
        <dgm:presLayoutVars>
          <dgm:chMax val="1"/>
          <dgm:chPref val="1"/>
        </dgm:presLayoutVars>
      </dgm:prSet>
      <dgm:spPr/>
    </dgm:pt>
    <dgm:pt modelId="{959C57D5-EFBE-4369-9D20-1F77E23E83A7}" type="pres">
      <dgm:prSet presAssocID="{F39E271B-FD54-4B12-9207-E37964DEA6D4}" presName="sibTrans" presStyleCnt="0"/>
      <dgm:spPr/>
    </dgm:pt>
    <dgm:pt modelId="{B86296E3-9545-467D-A9C3-977D259E70CE}" type="pres">
      <dgm:prSet presAssocID="{3B825407-F46C-4431-A340-ED006641FE2A}" presName="compNode" presStyleCnt="0"/>
      <dgm:spPr/>
    </dgm:pt>
    <dgm:pt modelId="{83590C41-FF99-45C0-B88D-CC3D0974646F}" type="pres">
      <dgm:prSet presAssocID="{3B825407-F46C-4431-A340-ED006641FE2A}" presName="iconBgRect" presStyleLbl="bgShp" presStyleIdx="3" presStyleCnt="5"/>
      <dgm:spPr/>
    </dgm:pt>
    <dgm:pt modelId="{E1BB2A5A-3A78-4EDA-A1BF-580F03A408B3}" type="pres">
      <dgm:prSet presAssocID="{3B825407-F46C-4431-A340-ED006641FE2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EC7D034-A7FC-46DF-B963-F127BFFAB291}" type="pres">
      <dgm:prSet presAssocID="{3B825407-F46C-4431-A340-ED006641FE2A}" presName="spaceRect" presStyleCnt="0"/>
      <dgm:spPr/>
    </dgm:pt>
    <dgm:pt modelId="{53AFF3B0-5703-47BA-A229-C51978D62887}" type="pres">
      <dgm:prSet presAssocID="{3B825407-F46C-4431-A340-ED006641FE2A}" presName="textRect" presStyleLbl="revTx" presStyleIdx="3" presStyleCnt="5">
        <dgm:presLayoutVars>
          <dgm:chMax val="1"/>
          <dgm:chPref val="1"/>
        </dgm:presLayoutVars>
      </dgm:prSet>
      <dgm:spPr/>
    </dgm:pt>
    <dgm:pt modelId="{6BBD0521-7146-4FC1-AC7A-24D40C722C9B}" type="pres">
      <dgm:prSet presAssocID="{69B637C8-6A3C-4601-91ED-8A53ECC01915}" presName="sibTrans" presStyleCnt="0"/>
      <dgm:spPr/>
    </dgm:pt>
    <dgm:pt modelId="{1A781B1E-4D65-4FB9-A0A9-8BC9F98FD14A}" type="pres">
      <dgm:prSet presAssocID="{E446892C-2B07-498E-B028-9E1BB96D6277}" presName="compNode" presStyleCnt="0"/>
      <dgm:spPr/>
    </dgm:pt>
    <dgm:pt modelId="{7FD6C499-5936-4E06-8963-731E28DD4F4A}" type="pres">
      <dgm:prSet presAssocID="{E446892C-2B07-498E-B028-9E1BB96D6277}" presName="iconBgRect" presStyleLbl="bgShp" presStyleIdx="4" presStyleCnt="5"/>
      <dgm:spPr/>
    </dgm:pt>
    <dgm:pt modelId="{96B7BD16-61E8-4FE0-B98D-A8861F8E7623}" type="pres">
      <dgm:prSet presAssocID="{E446892C-2B07-498E-B028-9E1BB96D627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3213E1C-DDC0-4629-AC3F-9F05B5C57698}" type="pres">
      <dgm:prSet presAssocID="{E446892C-2B07-498E-B028-9E1BB96D6277}" presName="spaceRect" presStyleCnt="0"/>
      <dgm:spPr/>
    </dgm:pt>
    <dgm:pt modelId="{AB9F7443-8CB6-4C03-BDE6-866403BC3AD3}" type="pres">
      <dgm:prSet presAssocID="{E446892C-2B07-498E-B028-9E1BB96D627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37C6B02-92CF-4860-9271-C35765164039}" type="presOf" srcId="{3B825407-F46C-4431-A340-ED006641FE2A}" destId="{53AFF3B0-5703-47BA-A229-C51978D62887}" srcOrd="0" destOrd="0" presId="urn:microsoft.com/office/officeart/2018/5/layout/IconCircleLabelList"/>
    <dgm:cxn modelId="{9795D405-E0AA-48F4-B745-851FDFD7572A}" srcId="{2FBB4BC1-211B-42B8-AD4F-E36A6D611E8F}" destId="{5FDBEC32-9269-41B5-946A-07D7C806298E}" srcOrd="2" destOrd="0" parTransId="{D505A016-47D9-4A1F-BBB4-D7F74978F694}" sibTransId="{F39E271B-FD54-4B12-9207-E37964DEA6D4}"/>
    <dgm:cxn modelId="{2657C71D-26FC-4E1A-B96E-40A2DDD3DF22}" srcId="{2FBB4BC1-211B-42B8-AD4F-E36A6D611E8F}" destId="{78F4E993-4DCD-429E-B1CF-0FBBE5E21BC2}" srcOrd="0" destOrd="0" parTransId="{D55B8EFA-063F-4F50-8DA1-CAC59147E602}" sibTransId="{F95FECF0-21B0-4F88-ABA6-5A9DA75123FE}"/>
    <dgm:cxn modelId="{8911902C-BD60-4973-8F38-DC82D19ADB93}" srcId="{2FBB4BC1-211B-42B8-AD4F-E36A6D611E8F}" destId="{A9397FCD-B608-46A6-8A77-2BEC9955BB6D}" srcOrd="1" destOrd="0" parTransId="{6ACF3DDD-7DF5-489C-94A0-CB3C8559839A}" sibTransId="{26404192-4989-4D0B-BE80-6D5DA588FA00}"/>
    <dgm:cxn modelId="{75A6223C-7B53-4584-B5D6-1B127109574B}" type="presOf" srcId="{2FBB4BC1-211B-42B8-AD4F-E36A6D611E8F}" destId="{8B2F2FA0-A99A-4FE6-9B26-DCC41D0BA8BD}" srcOrd="0" destOrd="0" presId="urn:microsoft.com/office/officeart/2018/5/layout/IconCircleLabelList"/>
    <dgm:cxn modelId="{162C203F-A9DF-4F72-AE64-40116F4A5FC6}" type="presOf" srcId="{78F4E993-4DCD-429E-B1CF-0FBBE5E21BC2}" destId="{1B31CECC-1D82-4FC3-A3E2-AA566277A71C}" srcOrd="0" destOrd="0" presId="urn:microsoft.com/office/officeart/2018/5/layout/IconCircleLabelList"/>
    <dgm:cxn modelId="{1FAFCB64-AB9F-4D42-AD0B-1596157DA8E1}" srcId="{2FBB4BC1-211B-42B8-AD4F-E36A6D611E8F}" destId="{3B825407-F46C-4431-A340-ED006641FE2A}" srcOrd="3" destOrd="0" parTransId="{080FBAE3-E5C6-4A97-9298-44C3B1F43D4A}" sibTransId="{69B637C8-6A3C-4601-91ED-8A53ECC01915}"/>
    <dgm:cxn modelId="{BC973B85-B014-401A-AB6A-926C336D8090}" type="presOf" srcId="{E446892C-2B07-498E-B028-9E1BB96D6277}" destId="{AB9F7443-8CB6-4C03-BDE6-866403BC3AD3}" srcOrd="0" destOrd="0" presId="urn:microsoft.com/office/officeart/2018/5/layout/IconCircleLabelList"/>
    <dgm:cxn modelId="{1E0E24C9-91AD-4D10-A6E1-11A0EC374B48}" type="presOf" srcId="{A9397FCD-B608-46A6-8A77-2BEC9955BB6D}" destId="{80D8F2D0-2122-4DB2-9B4F-DE2236207FB3}" srcOrd="0" destOrd="0" presId="urn:microsoft.com/office/officeart/2018/5/layout/IconCircleLabelList"/>
    <dgm:cxn modelId="{B18CECE9-6965-43AD-A411-EE034D59FB44}" type="presOf" srcId="{5FDBEC32-9269-41B5-946A-07D7C806298E}" destId="{7A4A4382-685E-4457-8FBE-5FCDB2245E96}" srcOrd="0" destOrd="0" presId="urn:microsoft.com/office/officeart/2018/5/layout/IconCircleLabelList"/>
    <dgm:cxn modelId="{2AC0E2EB-2E0D-4704-B331-CE1701F27B3F}" srcId="{2FBB4BC1-211B-42B8-AD4F-E36A6D611E8F}" destId="{E446892C-2B07-498E-B028-9E1BB96D6277}" srcOrd="4" destOrd="0" parTransId="{852014E6-091A-4A09-A077-86260B61FCC8}" sibTransId="{780541AC-B76E-42DE-B3B8-F0E546BC6AD4}"/>
    <dgm:cxn modelId="{74AFD25E-012C-4286-B31B-083A62EBE547}" type="presParOf" srcId="{8B2F2FA0-A99A-4FE6-9B26-DCC41D0BA8BD}" destId="{DC6DE8E6-54DB-4441-A5F1-D6060ED37C9C}" srcOrd="0" destOrd="0" presId="urn:microsoft.com/office/officeart/2018/5/layout/IconCircleLabelList"/>
    <dgm:cxn modelId="{91605BAC-1DA3-4F3E-B1DF-777DAE025E3E}" type="presParOf" srcId="{DC6DE8E6-54DB-4441-A5F1-D6060ED37C9C}" destId="{171A5C19-AAB8-4C66-AABD-E8582A1754E6}" srcOrd="0" destOrd="0" presId="urn:microsoft.com/office/officeart/2018/5/layout/IconCircleLabelList"/>
    <dgm:cxn modelId="{2D3207C1-99F7-47D1-9D68-DD2307B29DA3}" type="presParOf" srcId="{DC6DE8E6-54DB-4441-A5F1-D6060ED37C9C}" destId="{4F6F7D8B-C35F-43B5-AC2A-1816C9AF7762}" srcOrd="1" destOrd="0" presId="urn:microsoft.com/office/officeart/2018/5/layout/IconCircleLabelList"/>
    <dgm:cxn modelId="{0599DD2C-9325-4942-B07A-91CE9BF4F14A}" type="presParOf" srcId="{DC6DE8E6-54DB-4441-A5F1-D6060ED37C9C}" destId="{20C725B9-060C-42DF-8201-C589F6017A34}" srcOrd="2" destOrd="0" presId="urn:microsoft.com/office/officeart/2018/5/layout/IconCircleLabelList"/>
    <dgm:cxn modelId="{E101508D-AD02-4760-9B5A-6AA02DF70EC4}" type="presParOf" srcId="{DC6DE8E6-54DB-4441-A5F1-D6060ED37C9C}" destId="{1B31CECC-1D82-4FC3-A3E2-AA566277A71C}" srcOrd="3" destOrd="0" presId="urn:microsoft.com/office/officeart/2018/5/layout/IconCircleLabelList"/>
    <dgm:cxn modelId="{C18CCFF1-C6A2-4106-9B2B-22DC30C6C25A}" type="presParOf" srcId="{8B2F2FA0-A99A-4FE6-9B26-DCC41D0BA8BD}" destId="{F9AA47BB-8825-4FE8-9DB5-2C56C563EDF0}" srcOrd="1" destOrd="0" presId="urn:microsoft.com/office/officeart/2018/5/layout/IconCircleLabelList"/>
    <dgm:cxn modelId="{35D4025B-C630-4F35-9EB8-C90AD803C63A}" type="presParOf" srcId="{8B2F2FA0-A99A-4FE6-9B26-DCC41D0BA8BD}" destId="{9335C1D4-F108-4421-8BC7-DD90C22C4A37}" srcOrd="2" destOrd="0" presId="urn:microsoft.com/office/officeart/2018/5/layout/IconCircleLabelList"/>
    <dgm:cxn modelId="{D8F37DD4-4653-4872-BF25-491F8608480E}" type="presParOf" srcId="{9335C1D4-F108-4421-8BC7-DD90C22C4A37}" destId="{006BBADE-38C3-434B-A7B6-5381F7E6EF7B}" srcOrd="0" destOrd="0" presId="urn:microsoft.com/office/officeart/2018/5/layout/IconCircleLabelList"/>
    <dgm:cxn modelId="{AEC791F7-ABB6-451F-B359-0184C78092D1}" type="presParOf" srcId="{9335C1D4-F108-4421-8BC7-DD90C22C4A37}" destId="{A0DAAA81-237C-40C9-80F4-8ED054109C2E}" srcOrd="1" destOrd="0" presId="urn:microsoft.com/office/officeart/2018/5/layout/IconCircleLabelList"/>
    <dgm:cxn modelId="{D14CAD6B-F53E-451C-8571-3DD960BFD38C}" type="presParOf" srcId="{9335C1D4-F108-4421-8BC7-DD90C22C4A37}" destId="{207ABB91-5354-48EE-B62A-CB70F942E797}" srcOrd="2" destOrd="0" presId="urn:microsoft.com/office/officeart/2018/5/layout/IconCircleLabelList"/>
    <dgm:cxn modelId="{27D3F54E-320E-47E1-8D6D-D2226A37FC61}" type="presParOf" srcId="{9335C1D4-F108-4421-8BC7-DD90C22C4A37}" destId="{80D8F2D0-2122-4DB2-9B4F-DE2236207FB3}" srcOrd="3" destOrd="0" presId="urn:microsoft.com/office/officeart/2018/5/layout/IconCircleLabelList"/>
    <dgm:cxn modelId="{5F090074-C1BF-40B2-90A7-4DD420EF6F65}" type="presParOf" srcId="{8B2F2FA0-A99A-4FE6-9B26-DCC41D0BA8BD}" destId="{4A34C799-8D04-48F5-AE98-E87A354A851F}" srcOrd="3" destOrd="0" presId="urn:microsoft.com/office/officeart/2018/5/layout/IconCircleLabelList"/>
    <dgm:cxn modelId="{0A0ACA41-0A0A-4C57-BFF7-3C391E9C43EF}" type="presParOf" srcId="{8B2F2FA0-A99A-4FE6-9B26-DCC41D0BA8BD}" destId="{97361F2F-AFC7-4F8D-A170-210658FEDB75}" srcOrd="4" destOrd="0" presId="urn:microsoft.com/office/officeart/2018/5/layout/IconCircleLabelList"/>
    <dgm:cxn modelId="{9A1E7EB2-4432-44A7-A233-2CF63A08F05E}" type="presParOf" srcId="{97361F2F-AFC7-4F8D-A170-210658FEDB75}" destId="{CF385E94-CD93-469D-ABB2-0BE2D0298780}" srcOrd="0" destOrd="0" presId="urn:microsoft.com/office/officeart/2018/5/layout/IconCircleLabelList"/>
    <dgm:cxn modelId="{3CBA6B1A-C1EF-44C0-A05D-6B7C34E0BBAB}" type="presParOf" srcId="{97361F2F-AFC7-4F8D-A170-210658FEDB75}" destId="{4ABDF40F-7B59-4850-B0FF-92249A5721CB}" srcOrd="1" destOrd="0" presId="urn:microsoft.com/office/officeart/2018/5/layout/IconCircleLabelList"/>
    <dgm:cxn modelId="{FC47FFBA-6E6D-43B3-91AE-D85604661C43}" type="presParOf" srcId="{97361F2F-AFC7-4F8D-A170-210658FEDB75}" destId="{A2D3B2A9-4736-46B1-9765-B18DA79E839D}" srcOrd="2" destOrd="0" presId="urn:microsoft.com/office/officeart/2018/5/layout/IconCircleLabelList"/>
    <dgm:cxn modelId="{5DDC8414-A99C-4A04-BABF-C136AA079A7E}" type="presParOf" srcId="{97361F2F-AFC7-4F8D-A170-210658FEDB75}" destId="{7A4A4382-685E-4457-8FBE-5FCDB2245E96}" srcOrd="3" destOrd="0" presId="urn:microsoft.com/office/officeart/2018/5/layout/IconCircleLabelList"/>
    <dgm:cxn modelId="{37CE3B0D-7D2A-4EFA-A167-7B96AE15EDFB}" type="presParOf" srcId="{8B2F2FA0-A99A-4FE6-9B26-DCC41D0BA8BD}" destId="{959C57D5-EFBE-4369-9D20-1F77E23E83A7}" srcOrd="5" destOrd="0" presId="urn:microsoft.com/office/officeart/2018/5/layout/IconCircleLabelList"/>
    <dgm:cxn modelId="{7C2ADC4A-ACAA-4A70-B104-04BCA2635794}" type="presParOf" srcId="{8B2F2FA0-A99A-4FE6-9B26-DCC41D0BA8BD}" destId="{B86296E3-9545-467D-A9C3-977D259E70CE}" srcOrd="6" destOrd="0" presId="urn:microsoft.com/office/officeart/2018/5/layout/IconCircleLabelList"/>
    <dgm:cxn modelId="{E0534711-8737-4EB2-8128-7FF60E287566}" type="presParOf" srcId="{B86296E3-9545-467D-A9C3-977D259E70CE}" destId="{83590C41-FF99-45C0-B88D-CC3D0974646F}" srcOrd="0" destOrd="0" presId="urn:microsoft.com/office/officeart/2018/5/layout/IconCircleLabelList"/>
    <dgm:cxn modelId="{EBE0A125-AA65-4751-99C5-E8F5A59396CB}" type="presParOf" srcId="{B86296E3-9545-467D-A9C3-977D259E70CE}" destId="{E1BB2A5A-3A78-4EDA-A1BF-580F03A408B3}" srcOrd="1" destOrd="0" presId="urn:microsoft.com/office/officeart/2018/5/layout/IconCircleLabelList"/>
    <dgm:cxn modelId="{AAA2FEB1-92A4-4620-88F8-C2AA105FE31E}" type="presParOf" srcId="{B86296E3-9545-467D-A9C3-977D259E70CE}" destId="{5EC7D034-A7FC-46DF-B963-F127BFFAB291}" srcOrd="2" destOrd="0" presId="urn:microsoft.com/office/officeart/2018/5/layout/IconCircleLabelList"/>
    <dgm:cxn modelId="{764852AE-2D12-42B7-B625-8D567AEAB2A8}" type="presParOf" srcId="{B86296E3-9545-467D-A9C3-977D259E70CE}" destId="{53AFF3B0-5703-47BA-A229-C51978D62887}" srcOrd="3" destOrd="0" presId="urn:microsoft.com/office/officeart/2018/5/layout/IconCircleLabelList"/>
    <dgm:cxn modelId="{2FFA013C-BAA2-4A76-9C52-F02C51602F3A}" type="presParOf" srcId="{8B2F2FA0-A99A-4FE6-9B26-DCC41D0BA8BD}" destId="{6BBD0521-7146-4FC1-AC7A-24D40C722C9B}" srcOrd="7" destOrd="0" presId="urn:microsoft.com/office/officeart/2018/5/layout/IconCircleLabelList"/>
    <dgm:cxn modelId="{E320A98C-5B86-401F-92C6-CDF5FE3CFC1C}" type="presParOf" srcId="{8B2F2FA0-A99A-4FE6-9B26-DCC41D0BA8BD}" destId="{1A781B1E-4D65-4FB9-A0A9-8BC9F98FD14A}" srcOrd="8" destOrd="0" presId="urn:microsoft.com/office/officeart/2018/5/layout/IconCircleLabelList"/>
    <dgm:cxn modelId="{B482FFEF-C2E8-4041-AD6D-E10DBF565D76}" type="presParOf" srcId="{1A781B1E-4D65-4FB9-A0A9-8BC9F98FD14A}" destId="{7FD6C499-5936-4E06-8963-731E28DD4F4A}" srcOrd="0" destOrd="0" presId="urn:microsoft.com/office/officeart/2018/5/layout/IconCircleLabelList"/>
    <dgm:cxn modelId="{97562720-23EC-4C49-93E9-7C52C4700091}" type="presParOf" srcId="{1A781B1E-4D65-4FB9-A0A9-8BC9F98FD14A}" destId="{96B7BD16-61E8-4FE0-B98D-A8861F8E7623}" srcOrd="1" destOrd="0" presId="urn:microsoft.com/office/officeart/2018/5/layout/IconCircleLabelList"/>
    <dgm:cxn modelId="{8A2DB86B-D89F-403D-A017-34C2DB2B1714}" type="presParOf" srcId="{1A781B1E-4D65-4FB9-A0A9-8BC9F98FD14A}" destId="{F3213E1C-DDC0-4629-AC3F-9F05B5C57698}" srcOrd="2" destOrd="0" presId="urn:microsoft.com/office/officeart/2018/5/layout/IconCircleLabelList"/>
    <dgm:cxn modelId="{1E56BC5D-4ABE-42DA-A6ED-363C15839B1B}" type="presParOf" srcId="{1A781B1E-4D65-4FB9-A0A9-8BC9F98FD14A}" destId="{AB9F7443-8CB6-4C03-BDE6-866403BC3AD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B43858-8A6F-4628-AA79-AAC810A3B74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BD6C297-0C61-438F-802D-CCBC428ED241}">
      <dgm:prSet/>
      <dgm:spPr/>
      <dgm:t>
        <a:bodyPr/>
        <a:lstStyle/>
        <a:p>
          <a:r>
            <a:rPr lang="en-US" b="1"/>
            <a:t>Questions &amp; Answers</a:t>
          </a:r>
          <a:endParaRPr lang="en-US"/>
        </a:p>
      </dgm:t>
    </dgm:pt>
    <dgm:pt modelId="{5DA08311-8E32-4DB8-8A24-B1D4402656EA}" type="parTrans" cxnId="{CAA89E16-BB15-4FA1-8742-47CE48A4989F}">
      <dgm:prSet/>
      <dgm:spPr/>
      <dgm:t>
        <a:bodyPr/>
        <a:lstStyle/>
        <a:p>
          <a:endParaRPr lang="en-US"/>
        </a:p>
      </dgm:t>
    </dgm:pt>
    <dgm:pt modelId="{737969F7-E9C6-48DB-BF96-F8E6D3E305AB}" type="sibTrans" cxnId="{CAA89E16-BB15-4FA1-8742-47CE48A4989F}">
      <dgm:prSet/>
      <dgm:spPr/>
      <dgm:t>
        <a:bodyPr/>
        <a:lstStyle/>
        <a:p>
          <a:endParaRPr lang="en-US"/>
        </a:p>
      </dgm:t>
    </dgm:pt>
    <dgm:pt modelId="{CB4A4641-A5B5-43C7-A8A8-041BCB46ED83}">
      <dgm:prSet/>
      <dgm:spPr/>
      <dgm:t>
        <a:bodyPr/>
        <a:lstStyle/>
        <a:p>
          <a:r>
            <a:rPr lang="en-US" b="1"/>
            <a:t>Presented By:</a:t>
          </a:r>
          <a:br>
            <a:rPr lang="en-US"/>
          </a:br>
          <a:r>
            <a:rPr lang="en-US"/>
            <a:t>Nikita Kumari</a:t>
          </a:r>
        </a:p>
      </dgm:t>
    </dgm:pt>
    <dgm:pt modelId="{F5A6F82C-0619-4C92-9633-C6137D606C84}" type="parTrans" cxnId="{89CEC28B-A637-455A-A519-F261C719D281}">
      <dgm:prSet/>
      <dgm:spPr/>
      <dgm:t>
        <a:bodyPr/>
        <a:lstStyle/>
        <a:p>
          <a:endParaRPr lang="en-US"/>
        </a:p>
      </dgm:t>
    </dgm:pt>
    <dgm:pt modelId="{A33E2845-C851-4A54-A6B3-EAD092786B24}" type="sibTrans" cxnId="{89CEC28B-A637-455A-A519-F261C719D281}">
      <dgm:prSet/>
      <dgm:spPr/>
      <dgm:t>
        <a:bodyPr/>
        <a:lstStyle/>
        <a:p>
          <a:endParaRPr lang="en-US"/>
        </a:p>
      </dgm:t>
    </dgm:pt>
    <dgm:pt modelId="{9BE85BB8-1467-4728-9DA3-A4229B8CC9E8}" type="pres">
      <dgm:prSet presAssocID="{70B43858-8A6F-4628-AA79-AAC810A3B74E}" presName="root" presStyleCnt="0">
        <dgm:presLayoutVars>
          <dgm:dir/>
          <dgm:resizeHandles val="exact"/>
        </dgm:presLayoutVars>
      </dgm:prSet>
      <dgm:spPr/>
    </dgm:pt>
    <dgm:pt modelId="{6FDBD962-B53C-440E-92A1-DDBFFDE04359}" type="pres">
      <dgm:prSet presAssocID="{5BD6C297-0C61-438F-802D-CCBC428ED241}" presName="compNode" presStyleCnt="0"/>
      <dgm:spPr/>
    </dgm:pt>
    <dgm:pt modelId="{CD4555A3-2251-4D51-A6E5-33098CAA7B8C}" type="pres">
      <dgm:prSet presAssocID="{5BD6C297-0C61-438F-802D-CCBC428ED24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naire"/>
        </a:ext>
      </dgm:extLst>
    </dgm:pt>
    <dgm:pt modelId="{7AEB6737-CF48-4664-8F7C-146370310414}" type="pres">
      <dgm:prSet presAssocID="{5BD6C297-0C61-438F-802D-CCBC428ED241}" presName="spaceRect" presStyleCnt="0"/>
      <dgm:spPr/>
    </dgm:pt>
    <dgm:pt modelId="{D4F2D22B-3DD5-4317-AB4C-054D4D93EFB2}" type="pres">
      <dgm:prSet presAssocID="{5BD6C297-0C61-438F-802D-CCBC428ED241}" presName="textRect" presStyleLbl="revTx" presStyleIdx="0" presStyleCnt="2">
        <dgm:presLayoutVars>
          <dgm:chMax val="1"/>
          <dgm:chPref val="1"/>
        </dgm:presLayoutVars>
      </dgm:prSet>
      <dgm:spPr/>
    </dgm:pt>
    <dgm:pt modelId="{0397A1AB-ED07-4F3A-9D0B-E9A17C70A3DB}" type="pres">
      <dgm:prSet presAssocID="{737969F7-E9C6-48DB-BF96-F8E6D3E305AB}" presName="sibTrans" presStyleCnt="0"/>
      <dgm:spPr/>
    </dgm:pt>
    <dgm:pt modelId="{99E57923-D70D-45CE-8373-6F8848A1C534}" type="pres">
      <dgm:prSet presAssocID="{CB4A4641-A5B5-43C7-A8A8-041BCB46ED83}" presName="compNode" presStyleCnt="0"/>
      <dgm:spPr/>
    </dgm:pt>
    <dgm:pt modelId="{C3302826-7932-439E-91BD-0056BAC265EF}" type="pres">
      <dgm:prSet presAssocID="{CB4A4641-A5B5-43C7-A8A8-041BCB46ED8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 Urgent"/>
        </a:ext>
      </dgm:extLst>
    </dgm:pt>
    <dgm:pt modelId="{2A7B59E6-C971-4D33-8DC5-C23597F09AF8}" type="pres">
      <dgm:prSet presAssocID="{CB4A4641-A5B5-43C7-A8A8-041BCB46ED83}" presName="spaceRect" presStyleCnt="0"/>
      <dgm:spPr/>
    </dgm:pt>
    <dgm:pt modelId="{5742B64A-E13C-4E5A-8D21-B71DD505A0C2}" type="pres">
      <dgm:prSet presAssocID="{CB4A4641-A5B5-43C7-A8A8-041BCB46ED8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AA89E16-BB15-4FA1-8742-47CE48A4989F}" srcId="{70B43858-8A6F-4628-AA79-AAC810A3B74E}" destId="{5BD6C297-0C61-438F-802D-CCBC428ED241}" srcOrd="0" destOrd="0" parTransId="{5DA08311-8E32-4DB8-8A24-B1D4402656EA}" sibTransId="{737969F7-E9C6-48DB-BF96-F8E6D3E305AB}"/>
    <dgm:cxn modelId="{C9C79A50-DB1F-4B0E-8A2E-3E37DD0C9A09}" type="presOf" srcId="{70B43858-8A6F-4628-AA79-AAC810A3B74E}" destId="{9BE85BB8-1467-4728-9DA3-A4229B8CC9E8}" srcOrd="0" destOrd="0" presId="urn:microsoft.com/office/officeart/2018/2/layout/IconLabelList"/>
    <dgm:cxn modelId="{5C392680-6DBC-4854-BFE7-B363B65B864B}" type="presOf" srcId="{5BD6C297-0C61-438F-802D-CCBC428ED241}" destId="{D4F2D22B-3DD5-4317-AB4C-054D4D93EFB2}" srcOrd="0" destOrd="0" presId="urn:microsoft.com/office/officeart/2018/2/layout/IconLabelList"/>
    <dgm:cxn modelId="{89CEC28B-A637-455A-A519-F261C719D281}" srcId="{70B43858-8A6F-4628-AA79-AAC810A3B74E}" destId="{CB4A4641-A5B5-43C7-A8A8-041BCB46ED83}" srcOrd="1" destOrd="0" parTransId="{F5A6F82C-0619-4C92-9633-C6137D606C84}" sibTransId="{A33E2845-C851-4A54-A6B3-EAD092786B24}"/>
    <dgm:cxn modelId="{C0EAF2F9-F656-4E17-A8F3-ED13E3EF79DF}" type="presOf" srcId="{CB4A4641-A5B5-43C7-A8A8-041BCB46ED83}" destId="{5742B64A-E13C-4E5A-8D21-B71DD505A0C2}" srcOrd="0" destOrd="0" presId="urn:microsoft.com/office/officeart/2018/2/layout/IconLabelList"/>
    <dgm:cxn modelId="{EB27BCC4-EB26-443A-ABE1-7B0C19062F6F}" type="presParOf" srcId="{9BE85BB8-1467-4728-9DA3-A4229B8CC9E8}" destId="{6FDBD962-B53C-440E-92A1-DDBFFDE04359}" srcOrd="0" destOrd="0" presId="urn:microsoft.com/office/officeart/2018/2/layout/IconLabelList"/>
    <dgm:cxn modelId="{A515784D-06E6-40EA-A521-7D4B96D028C1}" type="presParOf" srcId="{6FDBD962-B53C-440E-92A1-DDBFFDE04359}" destId="{CD4555A3-2251-4D51-A6E5-33098CAA7B8C}" srcOrd="0" destOrd="0" presId="urn:microsoft.com/office/officeart/2018/2/layout/IconLabelList"/>
    <dgm:cxn modelId="{C4BB280E-3933-4FBD-BC04-E6FC88E38F3F}" type="presParOf" srcId="{6FDBD962-B53C-440E-92A1-DDBFFDE04359}" destId="{7AEB6737-CF48-4664-8F7C-146370310414}" srcOrd="1" destOrd="0" presId="urn:microsoft.com/office/officeart/2018/2/layout/IconLabelList"/>
    <dgm:cxn modelId="{FED519ED-FA93-4DB9-8129-A124D76038A0}" type="presParOf" srcId="{6FDBD962-B53C-440E-92A1-DDBFFDE04359}" destId="{D4F2D22B-3DD5-4317-AB4C-054D4D93EFB2}" srcOrd="2" destOrd="0" presId="urn:microsoft.com/office/officeart/2018/2/layout/IconLabelList"/>
    <dgm:cxn modelId="{B44C94C1-7788-4671-AA00-DDB80A387BE5}" type="presParOf" srcId="{9BE85BB8-1467-4728-9DA3-A4229B8CC9E8}" destId="{0397A1AB-ED07-4F3A-9D0B-E9A17C70A3DB}" srcOrd="1" destOrd="0" presId="urn:microsoft.com/office/officeart/2018/2/layout/IconLabelList"/>
    <dgm:cxn modelId="{1D99E3A3-DCCE-4C00-A50A-DDD6AC5F545E}" type="presParOf" srcId="{9BE85BB8-1467-4728-9DA3-A4229B8CC9E8}" destId="{99E57923-D70D-45CE-8373-6F8848A1C534}" srcOrd="2" destOrd="0" presId="urn:microsoft.com/office/officeart/2018/2/layout/IconLabelList"/>
    <dgm:cxn modelId="{CDD42B3C-3965-41D4-BB0E-548E26219223}" type="presParOf" srcId="{99E57923-D70D-45CE-8373-6F8848A1C534}" destId="{C3302826-7932-439E-91BD-0056BAC265EF}" srcOrd="0" destOrd="0" presId="urn:microsoft.com/office/officeart/2018/2/layout/IconLabelList"/>
    <dgm:cxn modelId="{ABA3A9B2-E6B2-4D69-A10A-FB6C49CD48E7}" type="presParOf" srcId="{99E57923-D70D-45CE-8373-6F8848A1C534}" destId="{2A7B59E6-C971-4D33-8DC5-C23597F09AF8}" srcOrd="1" destOrd="0" presId="urn:microsoft.com/office/officeart/2018/2/layout/IconLabelList"/>
    <dgm:cxn modelId="{320C7242-80EA-4FFB-AFB2-8C4ED8A06F55}" type="presParOf" srcId="{99E57923-D70D-45CE-8373-6F8848A1C534}" destId="{5742B64A-E13C-4E5A-8D21-B71DD505A0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9F723-CA4D-48B0-AF2B-154373075E83}">
      <dsp:nvSpPr>
        <dsp:cNvPr id="0" name=""/>
        <dsp:cNvSpPr/>
      </dsp:nvSpPr>
      <dsp:spPr>
        <a:xfrm>
          <a:off x="68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6C363-4BDE-465C-8512-F42B63B3F6AC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BE809-2B54-4F7B-90CC-9005B0299CCC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Customer Churn Analysis is an end-to-end data analytics project. </a:t>
          </a:r>
        </a:p>
      </dsp:txBody>
      <dsp:txXfrm>
        <a:off x="333914" y="2456402"/>
        <a:ext cx="1800000" cy="720000"/>
      </dsp:txXfrm>
    </dsp:sp>
    <dsp:sp modelId="{11E08FEC-83E6-4665-95D3-338F8EA03713}">
      <dsp:nvSpPr>
        <dsp:cNvPr id="0" name=""/>
        <dsp:cNvSpPr/>
      </dsp:nvSpPr>
      <dsp:spPr>
        <a:xfrm>
          <a:off x="279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1CE7D6-577C-46C2-BB2F-857737E878A0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D2C8B-5A9D-4866-9F9C-EE79DD526464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The project focuses on understanding customer churn behavior. </a:t>
          </a:r>
        </a:p>
      </dsp:txBody>
      <dsp:txXfrm>
        <a:off x="2448914" y="2456402"/>
        <a:ext cx="1800000" cy="720000"/>
      </dsp:txXfrm>
    </dsp:sp>
    <dsp:sp modelId="{E5241266-A0B9-41F4-ADF1-B4FCF1866F0A}">
      <dsp:nvSpPr>
        <dsp:cNvPr id="0" name=""/>
        <dsp:cNvSpPr/>
      </dsp:nvSpPr>
      <dsp:spPr>
        <a:xfrm>
          <a:off x="491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026AD-6414-4FF6-A83E-A5B3A579B370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1904F-7662-449D-8D61-BAF35DC0727B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 was analyzed using Excel, SQL, Python, and Power BI. </a:t>
          </a:r>
        </a:p>
      </dsp:txBody>
      <dsp:txXfrm>
        <a:off x="4563914" y="2456402"/>
        <a:ext cx="1800000" cy="720000"/>
      </dsp:txXfrm>
    </dsp:sp>
    <dsp:sp modelId="{6534CBB0-D115-4520-AF6A-C5F165F7C822}">
      <dsp:nvSpPr>
        <dsp:cNvPr id="0" name=""/>
        <dsp:cNvSpPr/>
      </dsp:nvSpPr>
      <dsp:spPr>
        <a:xfrm>
          <a:off x="7029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EEA94-A876-457E-9843-6A397967361A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7D056A-B26B-4E9E-B80B-16E55F576C56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The analysis identifies customer segments and churn-related patterns. </a:t>
          </a:r>
        </a:p>
      </dsp:txBody>
      <dsp:txXfrm>
        <a:off x="6678914" y="2456402"/>
        <a:ext cx="1800000" cy="720000"/>
      </dsp:txXfrm>
    </dsp:sp>
    <dsp:sp modelId="{D16DA7FE-F1A0-4624-8AAA-6534D60FB49D}">
      <dsp:nvSpPr>
        <dsp:cNvPr id="0" name=""/>
        <dsp:cNvSpPr/>
      </dsp:nvSpPr>
      <dsp:spPr>
        <a:xfrm>
          <a:off x="9144914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704F8-0D57-4416-BD9E-EB1BDC628E7B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39F2F-5454-43D5-9F24-E24819B2E993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The findings are used to develop customer retention recommendations.</a:t>
          </a:r>
        </a:p>
      </dsp:txBody>
      <dsp:txXfrm>
        <a:off x="8793914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6F902-5B05-4D12-BDB1-10ECB2A744E4}">
      <dsp:nvSpPr>
        <dsp:cNvPr id="0" name=""/>
        <dsp:cNvSpPr/>
      </dsp:nvSpPr>
      <dsp:spPr>
        <a:xfrm>
          <a:off x="3735" y="74113"/>
          <a:ext cx="2022288" cy="12133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Dataset Description</a:t>
          </a:r>
          <a:endParaRPr lang="en-US" sz="1500" kern="1200"/>
        </a:p>
      </dsp:txBody>
      <dsp:txXfrm>
        <a:off x="3735" y="74113"/>
        <a:ext cx="2022288" cy="1213373"/>
      </dsp:txXfrm>
    </dsp:sp>
    <dsp:sp modelId="{9D503DF7-86AC-4BBB-B31D-0574C1A86D65}">
      <dsp:nvSpPr>
        <dsp:cNvPr id="0" name=""/>
        <dsp:cNvSpPr/>
      </dsp:nvSpPr>
      <dsp:spPr>
        <a:xfrm>
          <a:off x="2228252" y="74113"/>
          <a:ext cx="2022288" cy="1213373"/>
        </a:xfrm>
        <a:prstGeom prst="rect">
          <a:avLst/>
        </a:prstGeom>
        <a:solidFill>
          <a:schemeClr val="accent2">
            <a:hueOff val="-121280"/>
            <a:satOff val="-6994"/>
            <a:lumOff val="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Total Customers:</a:t>
          </a:r>
          <a:r>
            <a:rPr lang="en-US" sz="1500" kern="1200"/>
            <a:t> 1,000</a:t>
          </a:r>
          <a:br>
            <a:rPr lang="en-US" sz="1500" kern="1200"/>
          </a:br>
          <a:r>
            <a:rPr lang="en-US" sz="1500" b="1" kern="1200"/>
            <a:t>Churned Customers:</a:t>
          </a:r>
          <a:r>
            <a:rPr lang="en-US" sz="1500" kern="1200"/>
            <a:t> 17</a:t>
          </a:r>
          <a:br>
            <a:rPr lang="en-US" sz="1500" kern="1200"/>
          </a:br>
          <a:r>
            <a:rPr lang="en-US" sz="1500" b="1" kern="1200"/>
            <a:t>Active Customers:</a:t>
          </a:r>
          <a:r>
            <a:rPr lang="en-US" sz="1500" kern="1200"/>
            <a:t> 983</a:t>
          </a:r>
          <a:br>
            <a:rPr lang="en-US" sz="1500" kern="1200"/>
          </a:br>
          <a:r>
            <a:rPr lang="en-US" sz="1500" b="1" kern="1200"/>
            <a:t>Overall Churn Rate:</a:t>
          </a:r>
          <a:r>
            <a:rPr lang="en-US" sz="1500" kern="1200"/>
            <a:t> 1.70%</a:t>
          </a:r>
        </a:p>
      </dsp:txBody>
      <dsp:txXfrm>
        <a:off x="2228252" y="74113"/>
        <a:ext cx="2022288" cy="1213373"/>
      </dsp:txXfrm>
    </dsp:sp>
    <dsp:sp modelId="{1E72404A-7BA5-4440-B68F-F3C8EB4628EF}">
      <dsp:nvSpPr>
        <dsp:cNvPr id="0" name=""/>
        <dsp:cNvSpPr/>
      </dsp:nvSpPr>
      <dsp:spPr>
        <a:xfrm>
          <a:off x="4452770" y="74113"/>
          <a:ext cx="2022288" cy="1213373"/>
        </a:xfrm>
        <a:prstGeom prst="rect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Key Features</a:t>
          </a:r>
          <a:endParaRPr lang="en-US" sz="1500" kern="1200"/>
        </a:p>
      </dsp:txBody>
      <dsp:txXfrm>
        <a:off x="4452770" y="74113"/>
        <a:ext cx="2022288" cy="1213373"/>
      </dsp:txXfrm>
    </dsp:sp>
    <dsp:sp modelId="{1F6DDF7F-6EFB-464E-8A25-823136A6F3C5}">
      <dsp:nvSpPr>
        <dsp:cNvPr id="0" name=""/>
        <dsp:cNvSpPr/>
      </dsp:nvSpPr>
      <dsp:spPr>
        <a:xfrm>
          <a:off x="6677287" y="74113"/>
          <a:ext cx="2022288" cy="1213373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CustomerID </a:t>
          </a:r>
        </a:p>
      </dsp:txBody>
      <dsp:txXfrm>
        <a:off x="6677287" y="74113"/>
        <a:ext cx="2022288" cy="1213373"/>
      </dsp:txXfrm>
    </dsp:sp>
    <dsp:sp modelId="{AE7C58D9-65C0-4541-8204-F45BCCE51979}">
      <dsp:nvSpPr>
        <dsp:cNvPr id="0" name=""/>
        <dsp:cNvSpPr/>
      </dsp:nvSpPr>
      <dsp:spPr>
        <a:xfrm>
          <a:off x="8901805" y="74113"/>
          <a:ext cx="2022288" cy="1213373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Age </a:t>
          </a:r>
        </a:p>
      </dsp:txBody>
      <dsp:txXfrm>
        <a:off x="8901805" y="74113"/>
        <a:ext cx="2022288" cy="1213373"/>
      </dsp:txXfrm>
    </dsp:sp>
    <dsp:sp modelId="{D792AD62-B93B-461B-BA6B-C53835874386}">
      <dsp:nvSpPr>
        <dsp:cNvPr id="0" name=""/>
        <dsp:cNvSpPr/>
      </dsp:nvSpPr>
      <dsp:spPr>
        <a:xfrm>
          <a:off x="3735" y="1489715"/>
          <a:ext cx="2022288" cy="1213373"/>
        </a:xfrm>
        <a:prstGeom prst="rect">
          <a:avLst/>
        </a:prstGeom>
        <a:solidFill>
          <a:schemeClr val="accent2">
            <a:hueOff val="-606401"/>
            <a:satOff val="-34970"/>
            <a:lumOff val="35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Gender </a:t>
          </a:r>
        </a:p>
      </dsp:txBody>
      <dsp:txXfrm>
        <a:off x="3735" y="1489715"/>
        <a:ext cx="2022288" cy="1213373"/>
      </dsp:txXfrm>
    </dsp:sp>
    <dsp:sp modelId="{8723C6BE-A617-42BD-93AA-9ACD854F67DB}">
      <dsp:nvSpPr>
        <dsp:cNvPr id="0" name=""/>
        <dsp:cNvSpPr/>
      </dsp:nvSpPr>
      <dsp:spPr>
        <a:xfrm>
          <a:off x="2228252" y="1489715"/>
          <a:ext cx="2022288" cy="1213373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Tenure </a:t>
          </a:r>
        </a:p>
      </dsp:txBody>
      <dsp:txXfrm>
        <a:off x="2228252" y="1489715"/>
        <a:ext cx="2022288" cy="1213373"/>
      </dsp:txXfrm>
    </dsp:sp>
    <dsp:sp modelId="{207246D2-BCF0-4216-9403-66F97FBB2F1C}">
      <dsp:nvSpPr>
        <dsp:cNvPr id="0" name=""/>
        <dsp:cNvSpPr/>
      </dsp:nvSpPr>
      <dsp:spPr>
        <a:xfrm>
          <a:off x="4452770" y="1489715"/>
          <a:ext cx="2022288" cy="1213373"/>
        </a:xfrm>
        <a:prstGeom prst="rect">
          <a:avLst/>
        </a:prstGeom>
        <a:solidFill>
          <a:schemeClr val="accent2">
            <a:hueOff val="-848962"/>
            <a:satOff val="-48958"/>
            <a:lumOff val="50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Balance </a:t>
          </a:r>
        </a:p>
      </dsp:txBody>
      <dsp:txXfrm>
        <a:off x="4452770" y="1489715"/>
        <a:ext cx="2022288" cy="1213373"/>
      </dsp:txXfrm>
    </dsp:sp>
    <dsp:sp modelId="{DA5D47D5-BB41-48EB-9020-8774ABE96E9A}">
      <dsp:nvSpPr>
        <dsp:cNvPr id="0" name=""/>
        <dsp:cNvSpPr/>
      </dsp:nvSpPr>
      <dsp:spPr>
        <a:xfrm>
          <a:off x="6677287" y="1489715"/>
          <a:ext cx="2022288" cy="1213373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Number of Products </a:t>
          </a:r>
        </a:p>
      </dsp:txBody>
      <dsp:txXfrm>
        <a:off x="6677287" y="1489715"/>
        <a:ext cx="2022288" cy="1213373"/>
      </dsp:txXfrm>
    </dsp:sp>
    <dsp:sp modelId="{A0B28A36-1D31-459C-B191-487DD86C1704}">
      <dsp:nvSpPr>
        <dsp:cNvPr id="0" name=""/>
        <dsp:cNvSpPr/>
      </dsp:nvSpPr>
      <dsp:spPr>
        <a:xfrm>
          <a:off x="8901805" y="1489715"/>
          <a:ext cx="2022288" cy="1213373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Credit Card Ownership </a:t>
          </a:r>
        </a:p>
      </dsp:txBody>
      <dsp:txXfrm>
        <a:off x="8901805" y="1489715"/>
        <a:ext cx="2022288" cy="1213373"/>
      </dsp:txXfrm>
    </dsp:sp>
    <dsp:sp modelId="{1C7FCE27-3EB9-4F41-8559-91D966C45DE9}">
      <dsp:nvSpPr>
        <dsp:cNvPr id="0" name=""/>
        <dsp:cNvSpPr/>
      </dsp:nvSpPr>
      <dsp:spPr>
        <a:xfrm>
          <a:off x="2228252" y="2905317"/>
          <a:ext cx="2022288" cy="1213373"/>
        </a:xfrm>
        <a:prstGeom prst="rect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Active Membership </a:t>
          </a:r>
        </a:p>
      </dsp:txBody>
      <dsp:txXfrm>
        <a:off x="2228252" y="2905317"/>
        <a:ext cx="2022288" cy="1213373"/>
      </dsp:txXfrm>
    </dsp:sp>
    <dsp:sp modelId="{CF91728E-2108-4710-AD0B-53C11A0DAA24}">
      <dsp:nvSpPr>
        <dsp:cNvPr id="0" name=""/>
        <dsp:cNvSpPr/>
      </dsp:nvSpPr>
      <dsp:spPr>
        <a:xfrm>
          <a:off x="4452770" y="2905317"/>
          <a:ext cx="2022288" cy="1213373"/>
        </a:xfrm>
        <a:prstGeom prst="rect">
          <a:avLst/>
        </a:prstGeom>
        <a:solidFill>
          <a:schemeClr val="accent2">
            <a:hueOff val="-1334083"/>
            <a:satOff val="-76934"/>
            <a:lumOff val="79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Estimated Salary </a:t>
          </a:r>
        </a:p>
      </dsp:txBody>
      <dsp:txXfrm>
        <a:off x="4452770" y="2905317"/>
        <a:ext cx="2022288" cy="1213373"/>
      </dsp:txXfrm>
    </dsp:sp>
    <dsp:sp modelId="{0138ADC5-93D9-4EEF-A270-C6C52B03A626}">
      <dsp:nvSpPr>
        <dsp:cNvPr id="0" name=""/>
        <dsp:cNvSpPr/>
      </dsp:nvSpPr>
      <dsp:spPr>
        <a:xfrm>
          <a:off x="6677287" y="2905317"/>
          <a:ext cx="2022288" cy="121337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Churn</a:t>
          </a:r>
        </a:p>
      </dsp:txBody>
      <dsp:txXfrm>
        <a:off x="6677287" y="2905317"/>
        <a:ext cx="2022288" cy="12133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A85E47-BFDB-47FF-BE44-9F2A05E96A2F}">
      <dsp:nvSpPr>
        <dsp:cNvPr id="0" name=""/>
        <dsp:cNvSpPr/>
      </dsp:nvSpPr>
      <dsp:spPr>
        <a:xfrm>
          <a:off x="0" y="1409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87914-70A1-4B1D-8C87-A6C73D85410C}">
      <dsp:nvSpPr>
        <dsp:cNvPr id="0" name=""/>
        <dsp:cNvSpPr/>
      </dsp:nvSpPr>
      <dsp:spPr>
        <a:xfrm>
          <a:off x="181696" y="136555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67CA9-2AD3-4683-BE5E-7050D8574D48}">
      <dsp:nvSpPr>
        <dsp:cNvPr id="0" name=""/>
        <dsp:cNvSpPr/>
      </dsp:nvSpPr>
      <dsp:spPr>
        <a:xfrm>
          <a:off x="693749" y="1409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Monitor customers with multiple products</a:t>
          </a:r>
          <a:br>
            <a:rPr lang="en-US" sz="1600" kern="1200"/>
          </a:br>
          <a:r>
            <a:rPr lang="en-US" sz="1600" kern="1200"/>
            <a:t>Review the experience of customers using multiple products.</a:t>
          </a:r>
        </a:p>
      </dsp:txBody>
      <dsp:txXfrm>
        <a:off x="693749" y="1409"/>
        <a:ext cx="9821850" cy="600648"/>
      </dsp:txXfrm>
    </dsp:sp>
    <dsp:sp modelId="{B0A46170-C509-4967-AF0A-62BBBBB178A4}">
      <dsp:nvSpPr>
        <dsp:cNvPr id="0" name=""/>
        <dsp:cNvSpPr/>
      </dsp:nvSpPr>
      <dsp:spPr>
        <a:xfrm>
          <a:off x="0" y="752220"/>
          <a:ext cx="10515600" cy="600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13898-5318-4F31-A77B-925B002161D5}">
      <dsp:nvSpPr>
        <dsp:cNvPr id="0" name=""/>
        <dsp:cNvSpPr/>
      </dsp:nvSpPr>
      <dsp:spPr>
        <a:xfrm>
          <a:off x="181696" y="887366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5C077-E72B-4D86-873A-D416EF880FBB}">
      <dsp:nvSpPr>
        <dsp:cNvPr id="0" name=""/>
        <dsp:cNvSpPr/>
      </dsp:nvSpPr>
      <dsp:spPr>
        <a:xfrm>
          <a:off x="693749" y="752220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Improve customer engagement</a:t>
          </a:r>
          <a:br>
            <a:rPr lang="en-US" sz="1600" kern="1200"/>
          </a:br>
          <a:r>
            <a:rPr lang="en-US" sz="1600" kern="1200"/>
            <a:t>Monitor inactive customers and encourage engagement.</a:t>
          </a:r>
        </a:p>
      </dsp:txBody>
      <dsp:txXfrm>
        <a:off x="693749" y="752220"/>
        <a:ext cx="9821850" cy="600648"/>
      </dsp:txXfrm>
    </dsp:sp>
    <dsp:sp modelId="{3CFC401D-2087-41AE-95B8-C504FF667A79}">
      <dsp:nvSpPr>
        <dsp:cNvPr id="0" name=""/>
        <dsp:cNvSpPr/>
      </dsp:nvSpPr>
      <dsp:spPr>
        <a:xfrm>
          <a:off x="0" y="1503031"/>
          <a:ext cx="10515600" cy="600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F29E0F-A4AD-4CDE-8C77-5F4AE441B17C}">
      <dsp:nvSpPr>
        <dsp:cNvPr id="0" name=""/>
        <dsp:cNvSpPr/>
      </dsp:nvSpPr>
      <dsp:spPr>
        <a:xfrm>
          <a:off x="181696" y="1638177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CB26A-F9C8-4A58-8D90-971CE2A6F0C3}">
      <dsp:nvSpPr>
        <dsp:cNvPr id="0" name=""/>
        <dsp:cNvSpPr/>
      </dsp:nvSpPr>
      <dsp:spPr>
        <a:xfrm>
          <a:off x="693749" y="1503031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Focus on early-tenure customers</a:t>
          </a:r>
          <a:br>
            <a:rPr lang="en-US" sz="1600" kern="1200"/>
          </a:br>
          <a:r>
            <a:rPr lang="en-US" sz="1600" kern="1200"/>
            <a:t>Provide better onboarding and engagement support.</a:t>
          </a:r>
        </a:p>
      </dsp:txBody>
      <dsp:txXfrm>
        <a:off x="693749" y="1503031"/>
        <a:ext cx="9821850" cy="600648"/>
      </dsp:txXfrm>
    </dsp:sp>
    <dsp:sp modelId="{1872E92B-8B81-4229-809F-5C334103B3C9}">
      <dsp:nvSpPr>
        <dsp:cNvPr id="0" name=""/>
        <dsp:cNvSpPr/>
      </dsp:nvSpPr>
      <dsp:spPr>
        <a:xfrm>
          <a:off x="0" y="2253843"/>
          <a:ext cx="10515600" cy="600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9B630-435E-4300-A674-4C739744B34E}">
      <dsp:nvSpPr>
        <dsp:cNvPr id="0" name=""/>
        <dsp:cNvSpPr/>
      </dsp:nvSpPr>
      <dsp:spPr>
        <a:xfrm>
          <a:off x="181696" y="2388989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EBBF1-C889-41F1-9FF0-DCD685569EEC}">
      <dsp:nvSpPr>
        <dsp:cNvPr id="0" name=""/>
        <dsp:cNvSpPr/>
      </dsp:nvSpPr>
      <dsp:spPr>
        <a:xfrm>
          <a:off x="693749" y="2253843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Use customer segmentation</a:t>
          </a:r>
          <a:br>
            <a:rPr lang="en-US" sz="1600" kern="1200"/>
          </a:br>
          <a:r>
            <a:rPr lang="en-US" sz="1600" kern="1200"/>
            <a:t>Create retention strategies based on customer characteristics.</a:t>
          </a:r>
        </a:p>
      </dsp:txBody>
      <dsp:txXfrm>
        <a:off x="693749" y="2253843"/>
        <a:ext cx="9821850" cy="600648"/>
      </dsp:txXfrm>
    </dsp:sp>
    <dsp:sp modelId="{7CE7BE44-7B4F-4E31-AA51-84640332656C}">
      <dsp:nvSpPr>
        <dsp:cNvPr id="0" name=""/>
        <dsp:cNvSpPr/>
      </dsp:nvSpPr>
      <dsp:spPr>
        <a:xfrm>
          <a:off x="0" y="3004654"/>
          <a:ext cx="10515600" cy="600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57F47-905A-4B27-B610-E7892E25CE22}">
      <dsp:nvSpPr>
        <dsp:cNvPr id="0" name=""/>
        <dsp:cNvSpPr/>
      </dsp:nvSpPr>
      <dsp:spPr>
        <a:xfrm>
          <a:off x="181696" y="3139800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62C8E-95F0-46B2-858D-6344AC7D4603}">
      <dsp:nvSpPr>
        <dsp:cNvPr id="0" name=""/>
        <dsp:cNvSpPr/>
      </dsp:nvSpPr>
      <dsp:spPr>
        <a:xfrm>
          <a:off x="693749" y="3004654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Monitor churn regularly</a:t>
          </a:r>
          <a:br>
            <a:rPr lang="en-US" sz="1600" kern="1200"/>
          </a:br>
          <a:r>
            <a:rPr lang="en-US" sz="1600" kern="1200"/>
            <a:t>Use dashboards for proactive retention campaigns.</a:t>
          </a:r>
        </a:p>
      </dsp:txBody>
      <dsp:txXfrm>
        <a:off x="693749" y="3004654"/>
        <a:ext cx="9821850" cy="600648"/>
      </dsp:txXfrm>
    </dsp:sp>
    <dsp:sp modelId="{F07F8BB4-319D-4485-BBD5-F822BEF57BED}">
      <dsp:nvSpPr>
        <dsp:cNvPr id="0" name=""/>
        <dsp:cNvSpPr/>
      </dsp:nvSpPr>
      <dsp:spPr>
        <a:xfrm>
          <a:off x="0" y="3755465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8B818-B7AD-4962-B14D-36700186E4B7}">
      <dsp:nvSpPr>
        <dsp:cNvPr id="0" name=""/>
        <dsp:cNvSpPr/>
      </dsp:nvSpPr>
      <dsp:spPr>
        <a:xfrm>
          <a:off x="181696" y="3890611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BADC4-3EDE-44AE-8B68-FE35D36EEE0E}">
      <dsp:nvSpPr>
        <dsp:cNvPr id="0" name=""/>
        <dsp:cNvSpPr/>
      </dsp:nvSpPr>
      <dsp:spPr>
        <a:xfrm>
          <a:off x="693749" y="3755465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Collect more historical data</a:t>
          </a:r>
          <a:br>
            <a:rPr lang="en-US" sz="1600" kern="1200"/>
          </a:br>
          <a:r>
            <a:rPr lang="en-US" sz="1600" kern="1200"/>
            <a:t>More churn observations can improve analysis reliability.</a:t>
          </a:r>
        </a:p>
      </dsp:txBody>
      <dsp:txXfrm>
        <a:off x="693749" y="3755465"/>
        <a:ext cx="9821850" cy="6006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1A5C19-AAB8-4C66-AABD-E8582A1754E6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6F7D8B-C35F-43B5-AC2A-1816C9AF7762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1CECC-1D82-4FC3-A3E2-AA566277A71C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project successfully analyzed customer churn using Excel, SQL, Python, and Power BI. </a:t>
          </a:r>
        </a:p>
      </dsp:txBody>
      <dsp:txXfrm>
        <a:off x="127800" y="2535669"/>
        <a:ext cx="1800000" cy="720000"/>
      </dsp:txXfrm>
    </dsp:sp>
    <dsp:sp modelId="{006BBADE-38C3-434B-A7B6-5381F7E6EF7B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AAA81-237C-40C9-80F4-8ED054109C2E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8F2D0-2122-4DB2-9B4F-DE2236207FB3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analysis identified several customer characteristics associated with observed churn. </a:t>
          </a:r>
        </a:p>
      </dsp:txBody>
      <dsp:txXfrm>
        <a:off x="2242800" y="2535669"/>
        <a:ext cx="1800000" cy="720000"/>
      </dsp:txXfrm>
    </dsp:sp>
    <dsp:sp modelId="{CF385E94-CD93-469D-ABB2-0BE2D0298780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DF40F-7B59-4850-B0FF-92249A5721CB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A4382-685E-4457-8FBE-5FCDB2245E96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Power BI provided an interactive way to monitor churn KPIs and customer segments. </a:t>
          </a:r>
        </a:p>
      </dsp:txBody>
      <dsp:txXfrm>
        <a:off x="4357800" y="2535669"/>
        <a:ext cx="1800000" cy="720000"/>
      </dsp:txXfrm>
    </dsp:sp>
    <dsp:sp modelId="{83590C41-FF99-45C0-B88D-CC3D0974646F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B2A5A-3A78-4EDA-A1BF-580F03A408B3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FF3B0-5703-47BA-A229-C51978D62887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findings can support targeted customer retention strategies. </a:t>
          </a:r>
        </a:p>
      </dsp:txBody>
      <dsp:txXfrm>
        <a:off x="6472800" y="2535669"/>
        <a:ext cx="1800000" cy="720000"/>
      </dsp:txXfrm>
    </dsp:sp>
    <dsp:sp modelId="{7FD6C499-5936-4E06-8963-731E28DD4F4A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7BD16-61E8-4FE0-B98D-A8861F8E7623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F7443-8CB6-4C03-BDE6-866403BC3AD3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 larger historical dataset would provide stronger evidence for reliable churn patterns.</a:t>
          </a:r>
        </a:p>
      </dsp:txBody>
      <dsp:txXfrm>
        <a:off x="8587800" y="2535669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555A3-2251-4D51-A6E5-33098CAA7B8C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2D22B-3DD5-4317-AB4C-054D4D93EFB2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Questions &amp; Answers</a:t>
          </a:r>
          <a:endParaRPr lang="en-US" sz="2500" kern="1200"/>
        </a:p>
      </dsp:txBody>
      <dsp:txXfrm>
        <a:off x="559800" y="3022743"/>
        <a:ext cx="4320000" cy="720000"/>
      </dsp:txXfrm>
    </dsp:sp>
    <dsp:sp modelId="{C3302826-7932-439E-91BD-0056BAC265EF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2B64A-E13C-4E5A-8D21-B71DD505A0C2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Presented By:</a:t>
          </a:r>
          <a:br>
            <a:rPr lang="en-US" sz="2500" kern="1200"/>
          </a:br>
          <a:r>
            <a:rPr lang="en-US" sz="2500" kern="1200"/>
            <a:t>Nikita Kumari</a:t>
          </a:r>
        </a:p>
      </dsp:txBody>
      <dsp:txXfrm>
        <a:off x="5635800" y="3022743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8CB6-5556-A5CF-16B5-3A0E43CD2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6424B-DBAF-A3B9-C882-2A503FCC7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EE843-97C9-52B4-FCB8-39882743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82A3D-987F-14EB-257E-8C58749AD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7FE6-A356-6288-3EE0-2E64E96D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69800-093A-1F12-8F0D-F6C702D03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2D442-6349-6F52-E5E7-B054A19C9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78FA0-8BCB-A9F3-2CCD-7C0D9E486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BA00-0EA3-EAE7-109B-02FFA719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87450-4A85-6C6D-E076-BE75CA81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27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0FA5-8C91-A824-61AA-21856317D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3C18E-7299-C3D7-7F10-6860E0424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2C004-42FD-023F-8C49-D5B15B1DD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AAD1D-B2DA-48FE-DAA2-C2E6C9A3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7D848-B152-8A0B-A131-EC7E59A4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49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D8A1-4A53-1E08-09CC-437AB7C4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2A9B4-8D8E-5E84-DF25-E56D9C35C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2788A-57D3-120B-D5CB-65A55284C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73DEB-2C6D-E140-BB0F-113FBD0E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10085-0ADE-4922-43CF-27619FEB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35A7B-B5A7-85B0-0F72-B379BC7E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2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7B10-38E9-4FD5-3C0E-EED5DEA4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732A7-AAC3-DFFA-8893-5C3FB0F1D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3F0E1-ED75-1F89-F613-09BF08E15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07844-6A19-BAD3-FBD7-8BC8542B2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F8561A-937A-01B8-5F71-DD9E447874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6A38B-93B8-97A3-C6E5-A4A43015A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FB9483-4DB0-0354-A07E-C376A052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9CBA8-59AE-975B-E1EF-7C7F71BC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1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1425-E7DB-CA55-D1C2-B0ECDF5B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9062F-7274-FCD3-2FE2-026DC5FC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5C4EF-D5AD-8EE8-E55E-436BEA64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7B3F8-26CC-1D8C-9611-C46FC152B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6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8F1E99-05DB-D493-DB84-71C1C73D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A13FF-68D1-AC90-1707-7C9015130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89327-81BC-0B6B-A8D2-4CD1E66E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0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240B-5340-B726-D307-041188B50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C1C3F-A2B9-3225-DAD1-80E3C6B52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01FA5-F9D7-C7C2-ABFB-5E1D67E65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F8878-9BC1-6821-2C87-53ABEAB9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DAD12-D413-FA1D-4508-4D3087A6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066D0-065C-3081-EC11-5E68DDF4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59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453E-B20B-8F8B-3151-403DEBBBB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2DFF9C-6252-D183-AC6F-8B5307BF4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5F123-653A-C8DA-8B67-505D19A53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BB1A5-ACA6-865C-56B6-59B44A94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8356A-3D78-C3BC-A31C-C664C78F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F5AAE-24C5-8951-7C86-4F50F96C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AA72-9170-53D2-CCF2-9756FD29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CB44D-7A3A-B1C8-04D0-A8B423C1B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C7E0A-BAB5-0541-92CB-E990A74C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EFE7A-B0B2-512C-5235-A35EEEB3D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9EFF-E655-8E87-F47E-BD62A650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3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3F292-6759-91B5-E5C3-76129DBBF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61F27-409A-1CCC-D119-98B1A354B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E40F8-9A16-EA51-763E-E2ED0E1E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AA529-F446-2651-7FB7-0504F2884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6B2-BAAA-3C0A-CB26-86A2277C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91A686-8A67-95DE-4CD1-4C2B833DE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F5D3B-3002-5FA8-D1C2-435480D5C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7CCBC-E8A9-9F35-FE60-887106A71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796CE-881F-4D2F-B9E4-6FD668B8A4F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7943B-8360-2227-739D-744EF0DC4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4958D-9772-97DC-1FA0-6863E5BBA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1947D-74CE-40D7-B0A6-DC6F34620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3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CCCD-C790-2E29-90D9-8A3EC30FC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5759"/>
            <a:ext cx="9144000" cy="1828800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CUSTOMER CHURN ANALYSIS</a:t>
            </a:r>
            <a:br>
              <a:rPr lang="en-US" dirty="0"/>
            </a:br>
            <a:r>
              <a:rPr lang="en-US" sz="4400" i="1" dirty="0"/>
              <a:t>An End-to-End Data Analytics Project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D22B5-358F-F891-974E-2260B2B25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66930"/>
            <a:ext cx="9144000" cy="3168707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Presented By:</a:t>
            </a:r>
            <a:br>
              <a:rPr lang="en-US" dirty="0"/>
            </a:br>
            <a:r>
              <a:rPr lang="en-US" dirty="0"/>
              <a:t>Nikita Kumari</a:t>
            </a:r>
          </a:p>
          <a:p>
            <a:r>
              <a:rPr lang="en-US" b="1" dirty="0"/>
              <a:t>Program:</a:t>
            </a:r>
            <a:br>
              <a:rPr lang="en-US" dirty="0"/>
            </a:br>
            <a:r>
              <a:rPr lang="en-US" dirty="0"/>
              <a:t>Bachelor of Computer Applications (Data Analytics)</a:t>
            </a:r>
          </a:p>
          <a:p>
            <a:r>
              <a:rPr lang="en-US" b="1" dirty="0"/>
              <a:t>Tools:</a:t>
            </a:r>
            <a:br>
              <a:rPr lang="en-US" dirty="0"/>
            </a:br>
            <a:r>
              <a:rPr lang="en-US" dirty="0"/>
              <a:t>Excel | SQL | Python | Power BI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501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64FAE-8DFD-D607-9186-D2AEDF10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A6533D-F785-3F0B-74C9-C9D5B8AB01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49812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901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8D36-FC95-78FA-C386-BB297B183051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CFCC-80E8-73FF-F7D8-B7CA102D021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US" dirty="0"/>
              <a:t>Analyze customer churn behavior. </a:t>
            </a:r>
          </a:p>
          <a:p>
            <a:pPr lvl="0"/>
            <a:r>
              <a:rPr lang="en-US" dirty="0"/>
              <a:t>Identify patterns associated with churn. </a:t>
            </a:r>
          </a:p>
          <a:p>
            <a:pPr lvl="0"/>
            <a:r>
              <a:rPr lang="en-US" dirty="0"/>
              <a:t>Understand customer segments with different churn behavior. </a:t>
            </a:r>
          </a:p>
          <a:p>
            <a:pPr lvl="0"/>
            <a:r>
              <a:rPr lang="en-US" dirty="0"/>
              <a:t>Perform data cleaning and validation. </a:t>
            </a:r>
          </a:p>
          <a:p>
            <a:pPr lvl="0"/>
            <a:r>
              <a:rPr lang="en-US" dirty="0"/>
              <a:t>Analyze data using SQL and Python. </a:t>
            </a:r>
          </a:p>
          <a:p>
            <a:pPr lvl="0"/>
            <a:r>
              <a:rPr lang="en-US" dirty="0"/>
              <a:t>Build an interactive Power BI dashboard. </a:t>
            </a:r>
          </a:p>
          <a:p>
            <a:pPr lvl="0"/>
            <a:r>
              <a:rPr lang="en-US" dirty="0"/>
              <a:t>Generate business recommendations for customer retention.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01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BB410-0EEC-523C-858E-AF2FD973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7729AF-CC0E-85F9-904E-F1B01C95D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996422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888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3008E-9941-BFA4-0FCF-0BE0A0C2D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Tools &amp; Technologies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3F8E01-E493-FFD3-0B19-67BC9F9C51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00533"/>
              </p:ext>
            </p:extLst>
          </p:nvPr>
        </p:nvGraphicFramePr>
        <p:xfrm>
          <a:off x="667800" y="2112579"/>
          <a:ext cx="10880342" cy="4192812"/>
        </p:xfrm>
        <a:graphic>
          <a:graphicData uri="http://schemas.openxmlformats.org/drawingml/2006/table">
            <a:tbl>
              <a:tblPr/>
              <a:tblGrid>
                <a:gridCol w="4094459">
                  <a:extLst>
                    <a:ext uri="{9D8B030D-6E8A-4147-A177-3AD203B41FA5}">
                      <a16:colId xmlns:a16="http://schemas.microsoft.com/office/drawing/2014/main" val="2739295189"/>
                    </a:ext>
                  </a:extLst>
                </a:gridCol>
                <a:gridCol w="6785883">
                  <a:extLst>
                    <a:ext uri="{9D8B030D-6E8A-4147-A177-3AD203B41FA5}">
                      <a16:colId xmlns:a16="http://schemas.microsoft.com/office/drawing/2014/main" val="998914346"/>
                    </a:ext>
                  </a:extLst>
                </a:gridCol>
              </a:tblGrid>
              <a:tr h="465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Tool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075264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Excel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Cleaning &amp; initial analysis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083062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SQL / MySQL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Database &amp; querying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370176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EDA &amp; visualization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02243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Pandas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Data manipulation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254474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NumPy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Numerical analysis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802583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Matplotlib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Visualization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59695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Seaborn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Statistical visualization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407855"/>
                  </a:ext>
                </a:extLst>
              </a:tr>
              <a:tr h="465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Power BI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effectLst/>
                          <a:latin typeface="Arial" panose="020B0604020202020204" pitchFamily="34" charset="0"/>
                        </a:rPr>
                        <a:t>Interactive dashboard</a:t>
                      </a:r>
                    </a:p>
                  </a:txBody>
                  <a:tcPr marL="105879" marR="105879" marT="52939" marB="52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74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075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D0B49-0008-6DF9-C2B5-36F09424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Data Preparation &amp; SQL Analysis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5BCB01D-DBC4-7524-0C1B-C0EF8BAE7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5" r="44817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5A2D2-5C28-1341-F3FF-DB90CEFD4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b="1"/>
              <a:t>Data Cleaning</a:t>
            </a:r>
            <a:endParaRPr lang="en-US" sz="1100"/>
          </a:p>
          <a:p>
            <a:pPr lvl="0"/>
            <a:r>
              <a:rPr lang="en-US" sz="1100"/>
              <a:t>Dataset structure was reviewed. </a:t>
            </a:r>
          </a:p>
          <a:p>
            <a:pPr lvl="0"/>
            <a:r>
              <a:rPr lang="en-US" sz="1100"/>
              <a:t>Duplicate records were checked. </a:t>
            </a:r>
          </a:p>
          <a:p>
            <a:pPr lvl="0"/>
            <a:r>
              <a:rPr lang="en-US" sz="1100"/>
              <a:t>Customer IDs were validated. </a:t>
            </a:r>
          </a:p>
          <a:p>
            <a:pPr lvl="0"/>
            <a:r>
              <a:rPr lang="en-US" sz="1100"/>
              <a:t>Data types and relevant fields were reviewed. </a:t>
            </a:r>
          </a:p>
          <a:p>
            <a:pPr lvl="0"/>
            <a:r>
              <a:rPr lang="en-US" sz="1100"/>
              <a:t>Cleaned data was prepared for analysis. </a:t>
            </a:r>
          </a:p>
          <a:p>
            <a:pPr marL="0" indent="0">
              <a:buNone/>
            </a:pPr>
            <a:r>
              <a:rPr lang="en-US" sz="1100" b="1"/>
              <a:t>SQL Analysis</a:t>
            </a:r>
            <a:endParaRPr lang="en-US" sz="1100"/>
          </a:p>
          <a:p>
            <a:pPr lvl="0"/>
            <a:r>
              <a:rPr lang="en-US" sz="1100"/>
              <a:t>Database and table creation </a:t>
            </a:r>
          </a:p>
          <a:p>
            <a:pPr lvl="0"/>
            <a:r>
              <a:rPr lang="en-US" sz="1100"/>
              <a:t>Data querying </a:t>
            </a:r>
          </a:p>
          <a:p>
            <a:pPr lvl="0"/>
            <a:r>
              <a:rPr lang="en-US" sz="1100"/>
              <a:t>Filtering </a:t>
            </a:r>
          </a:p>
          <a:p>
            <a:pPr lvl="0"/>
            <a:r>
              <a:rPr lang="en-US" sz="1100"/>
              <a:t>Aggregation </a:t>
            </a:r>
          </a:p>
          <a:p>
            <a:pPr lvl="0"/>
            <a:r>
              <a:rPr lang="en-US" sz="1100"/>
              <a:t>Churn analysis </a:t>
            </a:r>
          </a:p>
          <a:p>
            <a:pPr lvl="0"/>
            <a:r>
              <a:rPr lang="en-US" sz="1100"/>
              <a:t>Customer segmentation </a:t>
            </a:r>
          </a:p>
          <a:p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11515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5880B-69D8-62F1-E3E6-CE630F2FB1C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Python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B05EF-1AB9-725A-949D-DBA725AB0BA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Python was used to analyze:</a:t>
            </a:r>
          </a:p>
          <a:p>
            <a:pPr lvl="0"/>
            <a:r>
              <a:rPr lang="en-US" dirty="0"/>
              <a:t>Churn by Gender </a:t>
            </a:r>
          </a:p>
          <a:p>
            <a:pPr lvl="0"/>
            <a:r>
              <a:rPr lang="en-US" dirty="0"/>
              <a:t>Churn by Number of Products </a:t>
            </a:r>
          </a:p>
          <a:p>
            <a:pPr lvl="0"/>
            <a:r>
              <a:rPr lang="en-US" dirty="0"/>
              <a:t>Churn by Tenure </a:t>
            </a:r>
          </a:p>
          <a:p>
            <a:pPr lvl="0"/>
            <a:r>
              <a:rPr lang="en-US" dirty="0"/>
              <a:t>Churn by Active Membership </a:t>
            </a:r>
          </a:p>
          <a:p>
            <a:pPr lvl="0"/>
            <a:r>
              <a:rPr lang="en-US" dirty="0"/>
              <a:t>Churn by Credit Card Ownership </a:t>
            </a:r>
          </a:p>
          <a:p>
            <a:pPr lvl="0"/>
            <a:r>
              <a:rPr lang="en-US" dirty="0"/>
              <a:t>Churn by 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8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65A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CCD0B-9C41-46A7-9DFA-91ABE462E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562356-3331-5E6C-9787-C016CDE31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405625"/>
            <a:ext cx="7188199" cy="404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7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CD4CA-8916-64DE-4B92-A2EC40D6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24263-5917-2C07-02BA-D1BE318E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lvl="0"/>
            <a:r>
              <a:rPr lang="en-US" sz="1400"/>
              <a:t>The dataset contains </a:t>
            </a:r>
            <a:r>
              <a:rPr lang="en-US" sz="1400" b="1"/>
              <a:t>1,000 customers</a:t>
            </a:r>
            <a:r>
              <a:rPr lang="en-US" sz="1400"/>
              <a:t>. </a:t>
            </a:r>
          </a:p>
          <a:p>
            <a:pPr lvl="0"/>
            <a:r>
              <a:rPr lang="en-US" sz="1400" b="1"/>
              <a:t>17 customers</a:t>
            </a:r>
            <a:r>
              <a:rPr lang="en-US" sz="1400"/>
              <a:t> are marked as churned. </a:t>
            </a:r>
          </a:p>
          <a:p>
            <a:pPr lvl="0"/>
            <a:r>
              <a:rPr lang="en-US" sz="1400"/>
              <a:t>Overall churn rate is </a:t>
            </a:r>
            <a:r>
              <a:rPr lang="en-US" sz="1400" b="1"/>
              <a:t>1.70%</a:t>
            </a:r>
            <a:r>
              <a:rPr lang="en-US" sz="1400"/>
              <a:t>. </a:t>
            </a:r>
          </a:p>
          <a:p>
            <a:pPr lvl="0"/>
            <a:r>
              <a:rPr lang="en-US" sz="1400"/>
              <a:t>Customers with four products show the highest observed churn rate in the analyzed product groups. </a:t>
            </a:r>
          </a:p>
          <a:p>
            <a:pPr lvl="0"/>
            <a:r>
              <a:rPr lang="en-US" sz="1400"/>
              <a:t>Customer activity status is an important variable for retention analysis. </a:t>
            </a:r>
          </a:p>
          <a:p>
            <a:pPr lvl="0"/>
            <a:r>
              <a:rPr lang="en-US" sz="1400"/>
              <a:t>Tenure shows variation in observed churn. </a:t>
            </a:r>
          </a:p>
          <a:p>
            <a:pPr lvl="0"/>
            <a:r>
              <a:rPr lang="en-US" sz="1400"/>
              <a:t>Age, gender, balance, product usage, and salary can support customer segmentation. </a:t>
            </a:r>
          </a:p>
          <a:p>
            <a:pPr lvl="0"/>
            <a:r>
              <a:rPr lang="en-US" sz="1400"/>
              <a:t>The relatively small number of churn observations requires careful interpretation. 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372786DE-B59F-535C-CC00-82C11B27C5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58" r="2782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48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26282-0213-45C1-DC05-2C6390A1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FE579D-6EC7-F856-ADD6-5DA8A4B2CE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40318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95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2622F-4DEB-1F6C-84DD-2B6BD1D7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0E2538-957B-1DE0-5F95-8CA77642D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495231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6829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A0407-5D82-6EBE-6379-103B0644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E38AFF-8328-5C6D-6A92-C51548C6A7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05499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9145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536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CUSTOMER CHURN ANALYSIS An End-to-End Data Analytics Project</vt:lpstr>
      <vt:lpstr>Project Overview</vt:lpstr>
      <vt:lpstr>Objectives</vt:lpstr>
      <vt:lpstr>Dataset</vt:lpstr>
      <vt:lpstr>Tools &amp; Technologies</vt:lpstr>
      <vt:lpstr>Data Preparation &amp; SQL Analysis</vt:lpstr>
      <vt:lpstr>Python Exploratory Data Analysis</vt:lpstr>
      <vt:lpstr>Power BI Dashboard</vt:lpstr>
      <vt:lpstr>Key Findings</vt:lpstr>
      <vt:lpstr>Business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Kumari</dc:creator>
  <cp:lastModifiedBy>Nikita Kumari</cp:lastModifiedBy>
  <cp:revision>1</cp:revision>
  <dcterms:created xsi:type="dcterms:W3CDTF">2026-08-20T17:28:15Z</dcterms:created>
  <dcterms:modified xsi:type="dcterms:W3CDTF">2026-08-20T17:52:14Z</dcterms:modified>
</cp:coreProperties>
</file>